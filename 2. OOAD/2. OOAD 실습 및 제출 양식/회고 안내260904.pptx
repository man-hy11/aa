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30" r:id="rId2"/>
    <p:sldId id="532" r:id="rId3"/>
    <p:sldId id="527" r:id="rId4"/>
    <p:sldId id="528" r:id="rId5"/>
    <p:sldId id="534" r:id="rId6"/>
    <p:sldId id="533" r:id="rId7"/>
    <p:sldId id="535" r:id="rId8"/>
    <p:sldId id="53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9F9"/>
    <a:srgbClr val="D9D9D9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3" autoAdjust="0"/>
    <p:restoredTop sz="97592" autoAdjust="0"/>
  </p:normalViewPr>
  <p:slideViewPr>
    <p:cSldViewPr showGuides="1">
      <p:cViewPr varScale="1">
        <p:scale>
          <a:sx n="122" d="100"/>
          <a:sy n="122" d="100"/>
        </p:scale>
        <p:origin x="36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8B390-C473-4696-98C6-8A0C8FCAAAB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23A25-6988-4880-9B02-B1245A972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483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17</a:t>
            </a:r>
            <a:r>
              <a:rPr lang="ko-KR" altLang="en-US" dirty="0"/>
              <a:t>시 </a:t>
            </a:r>
            <a:r>
              <a:rPr lang="en-US" altLang="ko-KR" dirty="0"/>
              <a:t>15</a:t>
            </a:r>
            <a:r>
              <a:rPr lang="ko-KR" altLang="en-US" dirty="0"/>
              <a:t>분 강의장으로 모여 주세요</a:t>
            </a:r>
            <a:r>
              <a:rPr lang="en-US" altLang="ko-KR" dirty="0"/>
              <a:t>.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979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조 </a:t>
            </a:r>
            <a:r>
              <a:rPr lang="en-US" altLang="ko-KR" dirty="0"/>
              <a:t>-&gt; 1</a:t>
            </a:r>
            <a:r>
              <a:rPr lang="ko-KR" altLang="en-US" dirty="0"/>
              <a:t>조 </a:t>
            </a:r>
            <a:r>
              <a:rPr lang="en-US" altLang="ko-KR" dirty="0"/>
              <a:t>-&gt; 3</a:t>
            </a:r>
            <a:r>
              <a:rPr lang="ko-KR" altLang="en-US" dirty="0"/>
              <a:t>조 </a:t>
            </a:r>
            <a:r>
              <a:rPr lang="en-US" altLang="ko-KR" dirty="0"/>
              <a:t>-&gt; 5</a:t>
            </a:r>
            <a:r>
              <a:rPr lang="ko-KR" altLang="en-US" dirty="0"/>
              <a:t>조 </a:t>
            </a:r>
            <a:r>
              <a:rPr lang="en-US" altLang="ko-KR" dirty="0"/>
              <a:t>-&gt; 2</a:t>
            </a:r>
            <a:r>
              <a:rPr lang="ko-KR" altLang="en-US" dirty="0"/>
              <a:t>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707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gradFill>
          <a:gsLst>
            <a:gs pos="0">
              <a:srgbClr val="BBFFE6"/>
            </a:gs>
            <a:gs pos="100000">
              <a:srgbClr val="55CFD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1355785" y="1122363"/>
            <a:ext cx="9027209" cy="4252575"/>
            <a:chOff x="956306" y="1185729"/>
            <a:chExt cx="9484030" cy="4486542"/>
          </a:xfrm>
        </p:grpSpPr>
        <p:sp>
          <p:nvSpPr>
            <p:cNvPr id="13" name="다이아몬드 12"/>
            <p:cNvSpPr/>
            <p:nvPr userDrawn="1"/>
          </p:nvSpPr>
          <p:spPr>
            <a:xfrm>
              <a:off x="3852729" y="1185729"/>
              <a:ext cx="4486542" cy="4486542"/>
            </a:xfrm>
            <a:prstGeom prst="diamond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다이아몬드 13"/>
            <p:cNvSpPr/>
            <p:nvPr userDrawn="1"/>
          </p:nvSpPr>
          <p:spPr>
            <a:xfrm>
              <a:off x="4113020" y="1446020"/>
              <a:ext cx="3965960" cy="3965960"/>
            </a:xfrm>
            <a:prstGeom prst="diamond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다이아몬드 14"/>
            <p:cNvSpPr/>
            <p:nvPr userDrawn="1"/>
          </p:nvSpPr>
          <p:spPr>
            <a:xfrm>
              <a:off x="2079833" y="2026243"/>
              <a:ext cx="2805513" cy="2805513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다이아몬드 15"/>
            <p:cNvSpPr/>
            <p:nvPr userDrawn="1"/>
          </p:nvSpPr>
          <p:spPr>
            <a:xfrm>
              <a:off x="7196805" y="2026243"/>
              <a:ext cx="2805513" cy="2805513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다이아몬드 16"/>
            <p:cNvSpPr/>
            <p:nvPr userDrawn="1"/>
          </p:nvSpPr>
          <p:spPr>
            <a:xfrm>
              <a:off x="7038617" y="3962042"/>
              <a:ext cx="666573" cy="666573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다이아몬드 17"/>
            <p:cNvSpPr/>
            <p:nvPr userDrawn="1"/>
          </p:nvSpPr>
          <p:spPr>
            <a:xfrm>
              <a:off x="7745693" y="4122010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다이아몬드 18"/>
            <p:cNvSpPr/>
            <p:nvPr userDrawn="1"/>
          </p:nvSpPr>
          <p:spPr>
            <a:xfrm>
              <a:off x="7657120" y="4375313"/>
              <a:ext cx="491475" cy="506606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다이아몬드 19"/>
            <p:cNvSpPr/>
            <p:nvPr userDrawn="1"/>
          </p:nvSpPr>
          <p:spPr>
            <a:xfrm>
              <a:off x="9510843" y="2804846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다이아몬드 20"/>
            <p:cNvSpPr/>
            <p:nvPr userDrawn="1"/>
          </p:nvSpPr>
          <p:spPr>
            <a:xfrm>
              <a:off x="9756580" y="1849386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다이아몬드 21"/>
            <p:cNvSpPr/>
            <p:nvPr userDrawn="1"/>
          </p:nvSpPr>
          <p:spPr>
            <a:xfrm>
              <a:off x="3693964" y="4201993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다이아몬드 22"/>
            <p:cNvSpPr/>
            <p:nvPr userDrawn="1"/>
          </p:nvSpPr>
          <p:spPr>
            <a:xfrm>
              <a:off x="4557089" y="5042508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다이아몬드 23"/>
            <p:cNvSpPr/>
            <p:nvPr userDrawn="1"/>
          </p:nvSpPr>
          <p:spPr>
            <a:xfrm>
              <a:off x="4350165" y="2355992"/>
              <a:ext cx="666573" cy="666573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다이아몬드 24"/>
            <p:cNvSpPr/>
            <p:nvPr userDrawn="1"/>
          </p:nvSpPr>
          <p:spPr>
            <a:xfrm>
              <a:off x="2006838" y="2694686"/>
              <a:ext cx="666573" cy="666573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다이아몬드 25"/>
            <p:cNvSpPr/>
            <p:nvPr userDrawn="1"/>
          </p:nvSpPr>
          <p:spPr>
            <a:xfrm>
              <a:off x="2531511" y="4789205"/>
              <a:ext cx="328169" cy="338272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다이아몬드 26"/>
            <p:cNvSpPr/>
            <p:nvPr userDrawn="1"/>
          </p:nvSpPr>
          <p:spPr>
            <a:xfrm>
              <a:off x="10112167" y="3623770"/>
              <a:ext cx="328169" cy="338272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다이아몬드 27"/>
            <p:cNvSpPr/>
            <p:nvPr userDrawn="1"/>
          </p:nvSpPr>
          <p:spPr>
            <a:xfrm>
              <a:off x="1567573" y="2635710"/>
              <a:ext cx="328169" cy="338272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다이아몬드 28"/>
            <p:cNvSpPr/>
            <p:nvPr userDrawn="1"/>
          </p:nvSpPr>
          <p:spPr>
            <a:xfrm>
              <a:off x="956306" y="3090727"/>
              <a:ext cx="328169" cy="338272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074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4B4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29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408001" y="837138"/>
            <a:ext cx="11376000" cy="1415259"/>
          </a:xfrm>
          <a:prstGeom prst="rect">
            <a:avLst/>
          </a:prstGeom>
        </p:spPr>
        <p:txBody>
          <a:bodyPr wrap="square" lIns="36000" rIns="36000" rtlCol="0" anchor="t" anchorCtr="0">
            <a:spAutoFit/>
          </a:bodyPr>
          <a:lstStyle>
            <a:lvl1pPr>
              <a:defRPr lang="ko-KR" altLang="en-US" sz="1800" smtClean="0"/>
            </a:lvl1pPr>
            <a:lvl2pPr>
              <a:defRPr lang="ko-KR" altLang="en-US" sz="1600" smtClean="0"/>
            </a:lvl2pPr>
            <a:lvl3pPr>
              <a:defRPr lang="ko-KR" altLang="en-US" sz="1400" smtClean="0"/>
            </a:lvl3pPr>
            <a:lvl4pPr>
              <a:defRPr lang="ko-KR" altLang="en-US" sz="1200" smtClean="0"/>
            </a:lvl4pPr>
            <a:lvl5pPr>
              <a:defRPr lang="ko-KR" altLang="en-US" sz="1100"/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다이아몬드 11"/>
          <p:cNvSpPr/>
          <p:nvPr userDrawn="1"/>
        </p:nvSpPr>
        <p:spPr>
          <a:xfrm>
            <a:off x="199871" y="190682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215461" y="231786"/>
            <a:ext cx="540399" cy="46159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00</a:t>
            </a:r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778689" y="138491"/>
            <a:ext cx="11005312" cy="424661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>
            <a:lvl1pPr>
              <a:defRPr kumimoji="1" lang="ko-KR" altLang="en-US" sz="24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  <p:sp>
        <p:nvSpPr>
          <p:cNvPr id="15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778689" y="563152"/>
            <a:ext cx="11005312" cy="244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63878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408000" y="581440"/>
            <a:ext cx="11376000" cy="45719"/>
          </a:xfrm>
          <a:prstGeom prst="rect">
            <a:avLst/>
          </a:prstGeom>
          <a:gradFill flip="none" rotWithShape="1">
            <a:gsLst>
              <a:gs pos="0">
                <a:srgbClr val="55CFD1">
                  <a:shade val="30000"/>
                  <a:satMod val="115000"/>
                </a:srgbClr>
              </a:gs>
              <a:gs pos="50000">
                <a:srgbClr val="55CFD1">
                  <a:shade val="67500"/>
                  <a:satMod val="115000"/>
                </a:srgbClr>
              </a:gs>
              <a:gs pos="100000">
                <a:srgbClr val="55CFD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415259"/>
          </a:xfrm>
          <a:prstGeom prst="rect">
            <a:avLst/>
          </a:prstGeom>
        </p:spPr>
        <p:txBody>
          <a:bodyPr wrap="square" lIns="36000" rIns="36000" rtlCol="0" anchor="t" anchorCtr="0">
            <a:spAutoFit/>
          </a:bodyPr>
          <a:lstStyle>
            <a:lvl1pPr>
              <a:defRPr lang="ko-KR" altLang="en-US" sz="1800" smtClean="0"/>
            </a:lvl1pPr>
            <a:lvl2pPr>
              <a:defRPr lang="ko-KR" altLang="en-US" sz="1600" smtClean="0"/>
            </a:lvl2pPr>
            <a:lvl3pPr>
              <a:defRPr lang="ko-KR" altLang="en-US" sz="1400" smtClean="0"/>
            </a:lvl3pPr>
            <a:lvl4pPr>
              <a:defRPr lang="ko-KR" altLang="en-US" sz="1200" smtClean="0"/>
            </a:lvl4pPr>
            <a:lvl5pPr>
              <a:defRPr lang="ko-KR" altLang="en-US" sz="1100"/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9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3589311" cy="424661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>
            <a:lvl1pPr>
              <a:defRPr kumimoji="1" lang="ko-KR" altLang="en-US" sz="24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64787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87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0" y="6443884"/>
            <a:ext cx="12192000" cy="447737"/>
          </a:xfrm>
          <a:prstGeom prst="rect">
            <a:avLst/>
          </a:prstGeom>
        </p:spPr>
      </p:pic>
      <p:sp>
        <p:nvSpPr>
          <p:cNvPr id="4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11712624" y="6669360"/>
            <a:ext cx="479376" cy="222261"/>
          </a:xfrm>
          <a:prstGeom prst="rect">
            <a:avLst/>
          </a:prstGeom>
        </p:spPr>
        <p:txBody>
          <a:bodyPr lIns="121917" tIns="60958" rIns="121917" bIns="60958"/>
          <a:lstStyle>
            <a:lvl1pPr marL="0" algn="ctr" defTabSz="1219170" rtl="0" eaLnBrk="1" latinLnBrk="1" hangingPunct="1">
              <a:defRPr lang="ko-KR" altLang="en-US" sz="12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022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 flipV="1">
            <a:off x="0" y="6119161"/>
            <a:ext cx="12192000" cy="7417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576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35360" y="1211626"/>
            <a:ext cx="11617291" cy="5001683"/>
          </a:xfrm>
          <a:prstGeom prst="rect">
            <a:avLst/>
          </a:prstGeom>
        </p:spPr>
        <p:txBody>
          <a:bodyPr/>
          <a:lstStyle>
            <a:lvl1pPr marL="361942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7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21766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4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3124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0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432948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6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794888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3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527382" y="28842"/>
            <a:ext cx="11240293" cy="708708"/>
          </a:xfrm>
          <a:prstGeom prst="rect">
            <a:avLst/>
          </a:prstGeom>
        </p:spPr>
        <p:txBody>
          <a:bodyPr vert="horz" lIns="101233" tIns="50617" rIns="101233" bIns="50617" rtlCol="0" anchor="ctr">
            <a:normAutofit/>
          </a:bodyPr>
          <a:lstStyle>
            <a:lvl1pPr algn="l">
              <a:defRPr lang="ko-KR" altLang="en-US" sz="2700" b="1" kern="1200" spc="-133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 algn="l" defTabSz="1012337" rtl="0" eaLnBrk="1" latin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5029936" y="6562303"/>
            <a:ext cx="1920000" cy="277872"/>
          </a:xfrm>
          <a:prstGeom prst="rect">
            <a:avLst/>
          </a:prstGeom>
        </p:spPr>
        <p:txBody>
          <a:bodyPr lIns="121917" tIns="60958" rIns="121917" bIns="60958"/>
          <a:lstStyle>
            <a:lvl1pPr marL="0" algn="ctr" defTabSz="1219170" rtl="0" eaLnBrk="1" latinLnBrk="1" hangingPunct="1">
              <a:defRPr lang="ko-KR" altLang="en-US" sz="17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22318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35360" y="1211626"/>
            <a:ext cx="11617291" cy="5001683"/>
          </a:xfrm>
          <a:prstGeom prst="rect">
            <a:avLst/>
          </a:prstGeom>
        </p:spPr>
        <p:txBody>
          <a:bodyPr/>
          <a:lstStyle>
            <a:lvl1pPr marL="361942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7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21766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4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3124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0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432948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6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794888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3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527382" y="28842"/>
            <a:ext cx="11240293" cy="708708"/>
          </a:xfrm>
          <a:prstGeom prst="rect">
            <a:avLst/>
          </a:prstGeom>
        </p:spPr>
        <p:txBody>
          <a:bodyPr vert="horz" lIns="101233" tIns="50617" rIns="101233" bIns="50617" rtlCol="0" anchor="ctr">
            <a:normAutofit/>
          </a:bodyPr>
          <a:lstStyle>
            <a:lvl1pPr algn="l">
              <a:defRPr lang="ko-KR" altLang="en-US" sz="2700" b="1" kern="1200" spc="-133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 algn="l" defTabSz="1012337" rtl="0" eaLnBrk="1" latin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5029936" y="6562303"/>
            <a:ext cx="1920000" cy="277872"/>
          </a:xfrm>
          <a:prstGeom prst="rect">
            <a:avLst/>
          </a:prstGeom>
        </p:spPr>
        <p:txBody>
          <a:bodyPr lIns="121917" tIns="60958" rIns="121917" bIns="60958"/>
          <a:lstStyle>
            <a:lvl1pPr marL="0" algn="ctr" defTabSz="1219170" rtl="0" eaLnBrk="1" latinLnBrk="1" hangingPunct="1">
              <a:defRPr lang="ko-KR" altLang="en-US" sz="17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22318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0" y="6605899"/>
            <a:ext cx="12192000" cy="252101"/>
          </a:xfrm>
          <a:prstGeom prst="rect">
            <a:avLst/>
          </a:prstGeom>
          <a:solidFill>
            <a:srgbClr val="55CFD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CFA9321B-8E93-4938-ACA9-6254A66BA3E1}" type="slidenum">
              <a:rPr lang="ko-KR" altLang="en-US" sz="1200" smtClean="0">
                <a:solidFill>
                  <a:schemeClr val="bg1"/>
                </a:solidFill>
              </a:rPr>
              <a:pPr algn="r"/>
              <a:t>‹#›</a:t>
            </a:fld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79229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4" r:id="rId5"/>
    <p:sldLayoutId id="2147483666" r:id="rId6"/>
    <p:sldLayoutId id="2147483668" r:id="rId7"/>
    <p:sldLayoutId id="2147483672" r:id="rId8"/>
    <p:sldLayoutId id="2147483673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39616" y="2996952"/>
            <a:ext cx="2863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solidFill>
                  <a:schemeClr val="bg1"/>
                </a:solidFill>
              </a:rPr>
              <a:t>회고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5800" y="4089901"/>
            <a:ext cx="2727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EBF9F9"/>
                </a:solidFill>
              </a:rPr>
              <a:t>13</a:t>
            </a:r>
            <a:r>
              <a:rPr lang="ko-KR" altLang="en-US" b="1" dirty="0">
                <a:solidFill>
                  <a:srgbClr val="EBF9F9"/>
                </a:solidFill>
              </a:rPr>
              <a:t>시 </a:t>
            </a:r>
            <a:r>
              <a:rPr lang="en-US" altLang="ko-KR" b="1" dirty="0">
                <a:solidFill>
                  <a:srgbClr val="EBF9F9"/>
                </a:solidFill>
              </a:rPr>
              <a:t>30</a:t>
            </a:r>
            <a:r>
              <a:rPr lang="ko-KR" altLang="en-US" b="1">
                <a:solidFill>
                  <a:srgbClr val="EBF9F9"/>
                </a:solidFill>
              </a:rPr>
              <a:t>분에 시작합니다</a:t>
            </a:r>
            <a:endParaRPr lang="en-US" altLang="ko-KR" b="1" dirty="0">
              <a:solidFill>
                <a:srgbClr val="EBF9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27448" y="332656"/>
            <a:ext cx="9073008" cy="5855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16</a:t>
            </a:r>
            <a:r>
              <a:rPr lang="ko-KR" altLang="en-US" b="1" dirty="0"/>
              <a:t>시 </a:t>
            </a:r>
            <a:r>
              <a:rPr lang="en-US" altLang="ko-KR" b="1" dirty="0"/>
              <a:t>30</a:t>
            </a:r>
            <a:r>
              <a:rPr lang="ko-KR" altLang="en-US" b="1" dirty="0"/>
              <a:t>분</a:t>
            </a:r>
            <a:r>
              <a:rPr lang="ko-KR" altLang="en-US" dirty="0"/>
              <a:t>부터 조별로 회고를 진행해 주세요</a:t>
            </a:r>
            <a:r>
              <a:rPr lang="en-US" altLang="ko-KR" dirty="0"/>
              <a:t>. (25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발표자 정해 주세요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“1.3 (</a:t>
            </a:r>
            <a:r>
              <a:rPr lang="ko-KR" altLang="en-US" dirty="0"/>
              <a:t>실습</a:t>
            </a:r>
            <a:r>
              <a:rPr lang="en-US" altLang="ko-KR" dirty="0"/>
              <a:t>) </a:t>
            </a:r>
            <a:r>
              <a:rPr lang="ko-KR" altLang="en-US" dirty="0" err="1"/>
              <a:t>팀과제</a:t>
            </a:r>
            <a:r>
              <a:rPr lang="ko-KR" altLang="en-US" dirty="0"/>
              <a:t> 제출 양식</a:t>
            </a:r>
            <a:r>
              <a:rPr lang="en-US" altLang="ko-KR" dirty="0"/>
              <a:t>.</a:t>
            </a:r>
            <a:r>
              <a:rPr lang="en-US" altLang="ko-KR" b="1" dirty="0">
                <a:solidFill>
                  <a:srgbClr val="FF0000"/>
                </a:solidFill>
              </a:rPr>
              <a:t>docx</a:t>
            </a:r>
            <a:r>
              <a:rPr lang="en-US" altLang="ko-KR" dirty="0"/>
              <a:t>”  </a:t>
            </a:r>
            <a:r>
              <a:rPr lang="ko-KR" altLang="en-US" b="1" dirty="0" err="1"/>
              <a:t>소감란</a:t>
            </a:r>
            <a:r>
              <a:rPr lang="ko-KR" altLang="en-US" dirty="0" err="1"/>
              <a:t>에</a:t>
            </a:r>
            <a:r>
              <a:rPr lang="ko-KR" altLang="en-US" dirty="0"/>
              <a:t> 작성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시행 착오</a:t>
            </a:r>
            <a:r>
              <a:rPr lang="en-US" altLang="ko-KR" dirty="0"/>
              <a:t>, </a:t>
            </a:r>
            <a:r>
              <a:rPr lang="ko-KR" altLang="en-US" dirty="0"/>
              <a:t>어려웠던 점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수월 했던 점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적용 소감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강사에 대해 아쉬웠던 점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카페에 </a:t>
            </a:r>
            <a:r>
              <a:rPr lang="ko-KR" altLang="en-US" dirty="0" err="1"/>
              <a:t>글제목</a:t>
            </a:r>
            <a:r>
              <a:rPr lang="en-US" altLang="ko-KR" dirty="0"/>
              <a:t>: “</a:t>
            </a:r>
            <a:r>
              <a:rPr lang="en-US" altLang="ko-KR" b="1" dirty="0"/>
              <a:t>XX</a:t>
            </a:r>
            <a:r>
              <a:rPr lang="ko-KR" altLang="en-US" b="1" dirty="0"/>
              <a:t>조 </a:t>
            </a:r>
            <a:r>
              <a:rPr lang="ko-KR" altLang="en-US" b="1" dirty="0" err="1"/>
              <a:t>팀과제</a:t>
            </a:r>
            <a:r>
              <a:rPr lang="en-US" altLang="ko-KR" b="1" dirty="0"/>
              <a:t>“ </a:t>
            </a:r>
            <a:r>
              <a:rPr lang="ko-KR" altLang="en-US" b="1" dirty="0"/>
              <a:t>글을 생성 </a:t>
            </a:r>
            <a:r>
              <a:rPr lang="ko-KR" altLang="en-US" dirty="0"/>
              <a:t>하고 파일이름을  </a:t>
            </a:r>
            <a:r>
              <a:rPr lang="en-US" altLang="ko-KR" dirty="0"/>
              <a:t>“</a:t>
            </a:r>
            <a:r>
              <a:rPr lang="en-US" altLang="ko-KR" b="1" dirty="0"/>
              <a:t>xx</a:t>
            </a:r>
            <a:r>
              <a:rPr lang="ko-KR" altLang="en-US" b="1" dirty="0"/>
              <a:t>조 회고</a:t>
            </a:r>
            <a:r>
              <a:rPr lang="en-US" altLang="ko-KR" b="1" dirty="0"/>
              <a:t>.docx</a:t>
            </a:r>
            <a:r>
              <a:rPr lang="en-US" altLang="ko-KR" dirty="0"/>
              <a:t>” </a:t>
            </a:r>
            <a:r>
              <a:rPr lang="ko-KR" altLang="en-US" dirty="0"/>
              <a:t>변경하여 업로드 해주세요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17</a:t>
            </a:r>
            <a:r>
              <a:rPr lang="ko-KR" altLang="en-US" b="1" dirty="0"/>
              <a:t>시 </a:t>
            </a:r>
            <a:r>
              <a:rPr lang="en-US" altLang="ko-KR" b="1" dirty="0"/>
              <a:t>05</a:t>
            </a:r>
            <a:r>
              <a:rPr lang="ko-KR" altLang="en-US" b="1" dirty="0"/>
              <a:t>분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ko-KR" altLang="en-US" dirty="0"/>
              <a:t>강의장으로 모여 주세요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* 시간이 되는 한도에서 조별로 회고 발표가 있겠습니다 </a:t>
            </a:r>
            <a:br>
              <a:rPr lang="en-US" altLang="ko-KR" dirty="0"/>
            </a:br>
            <a:r>
              <a:rPr lang="en-US" altLang="ko-KR" dirty="0"/>
              <a:t>  * </a:t>
            </a:r>
            <a:r>
              <a:rPr lang="ko-KR" altLang="en-US" dirty="0"/>
              <a:t>순서 </a:t>
            </a:r>
            <a:r>
              <a:rPr lang="en-US" altLang="ko-K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46602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– </a:t>
            </a:r>
            <a:r>
              <a:rPr lang="ko-KR" altLang="en-US" dirty="0" err="1"/>
              <a:t>팀과제</a:t>
            </a:r>
            <a:r>
              <a:rPr lang="ko-KR" altLang="en-US" dirty="0"/>
              <a:t> 진행 회고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-22840" y="1028734"/>
            <a:ext cx="11495437" cy="1318741"/>
            <a:chOff x="5671502" y="843558"/>
            <a:chExt cx="8621578" cy="989056"/>
          </a:xfrm>
        </p:grpSpPr>
        <p:sp>
          <p:nvSpPr>
            <p:cNvPr id="9" name="내용 개체 틀 2"/>
            <p:cNvSpPr txBox="1">
              <a:spLocks/>
            </p:cNvSpPr>
            <p:nvPr/>
          </p:nvSpPr>
          <p:spPr>
            <a:xfrm>
              <a:off x="6168786" y="843558"/>
              <a:ext cx="909961" cy="35086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953419">
                <a:lnSpc>
                  <a:spcPct val="160000"/>
                </a:lnSpc>
                <a:buNone/>
              </a:pPr>
              <a:r>
                <a:rPr lang="en-US" altLang="ko-KR" sz="1900" b="1" spc="-133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1. </a:t>
              </a:r>
              <a:r>
                <a:rPr lang="ko-KR" altLang="en-US" sz="1900" b="1" spc="-133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진행 소감</a:t>
              </a:r>
            </a:p>
          </p:txBody>
        </p:sp>
        <p:sp>
          <p:nvSpPr>
            <p:cNvPr id="10" name="내용 개체 틀 2"/>
            <p:cNvSpPr txBox="1">
              <a:spLocks/>
            </p:cNvSpPr>
            <p:nvPr/>
          </p:nvSpPr>
          <p:spPr>
            <a:xfrm>
              <a:off x="5671502" y="1203598"/>
              <a:ext cx="8621578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defPPr>
                <a:defRPr lang="ko-KR"/>
              </a:defPPr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10000"/>
                </a:lnSpc>
                <a:spcBef>
                  <a:spcPct val="20000"/>
                </a:spcBef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§"/>
                <a:defRPr sz="1200" spc="-15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/>
              <a:r>
                <a:rPr lang="ko-KR" altLang="en-US" dirty="0"/>
                <a:t>시행착오</a:t>
              </a:r>
            </a:p>
            <a:p>
              <a:pPr lvl="1"/>
              <a:r>
                <a:rPr lang="ko-KR" altLang="en-US" dirty="0"/>
                <a:t>우리는 왜 어려웠나 </a:t>
              </a:r>
              <a:r>
                <a:rPr lang="en-US" altLang="ko-KR" dirty="0"/>
                <a:t>vs. </a:t>
              </a:r>
              <a:r>
                <a:rPr lang="ko-KR" altLang="en-US" dirty="0"/>
                <a:t>우리는 왜 수월했나</a:t>
              </a:r>
              <a:r>
                <a:rPr lang="en-US" altLang="ko-KR" dirty="0"/>
                <a:t>?</a:t>
              </a:r>
            </a:p>
            <a:p>
              <a:pPr lvl="1"/>
              <a:r>
                <a:rPr lang="ko-KR" altLang="en-US" dirty="0"/>
                <a:t>가장 적응이 빨랐던 단계 </a:t>
              </a:r>
              <a:r>
                <a:rPr lang="en-US" altLang="ko-KR" dirty="0"/>
                <a:t>vs. </a:t>
              </a:r>
              <a:r>
                <a:rPr lang="ko-KR" altLang="en-US" dirty="0"/>
                <a:t>가장 고통스런 단계들을 자유롭게 논의합니다</a:t>
              </a: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12218" y="2420888"/>
            <a:ext cx="11495437" cy="1318741"/>
            <a:chOff x="5671502" y="843558"/>
            <a:chExt cx="8621578" cy="989056"/>
          </a:xfrm>
        </p:grpSpPr>
        <p:sp>
          <p:nvSpPr>
            <p:cNvPr id="14" name="내용 개체 틀 2"/>
            <p:cNvSpPr txBox="1">
              <a:spLocks/>
            </p:cNvSpPr>
            <p:nvPr/>
          </p:nvSpPr>
          <p:spPr>
            <a:xfrm>
              <a:off x="6168786" y="843558"/>
              <a:ext cx="859034" cy="35086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953419">
                <a:lnSpc>
                  <a:spcPct val="160000"/>
                </a:lnSpc>
                <a:buNone/>
              </a:pPr>
              <a:r>
                <a:rPr lang="en-US" altLang="ko-KR" sz="1900" b="1" spc="-133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2. </a:t>
              </a:r>
              <a:r>
                <a:rPr lang="ko-KR" altLang="en-US" sz="1900" b="1" spc="-133" dirty="0" err="1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적용소감</a:t>
              </a:r>
              <a:endParaRPr lang="ko-KR" altLang="en-US" sz="19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내용 개체 틀 2"/>
            <p:cNvSpPr txBox="1">
              <a:spLocks/>
            </p:cNvSpPr>
            <p:nvPr/>
          </p:nvSpPr>
          <p:spPr>
            <a:xfrm>
              <a:off x="5671502" y="1203598"/>
              <a:ext cx="8621578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defPPr>
                <a:defRPr lang="ko-KR"/>
              </a:defPPr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10000"/>
                </a:lnSpc>
                <a:spcBef>
                  <a:spcPct val="20000"/>
                </a:spcBef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§"/>
                <a:defRPr sz="1200" spc="-15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/>
              <a:r>
                <a:rPr lang="ko-KR" altLang="en-US" dirty="0"/>
                <a:t>나는 현업에서 이 과정을</a:t>
              </a:r>
              <a:r>
                <a:rPr lang="en-US" altLang="ko-KR" dirty="0"/>
                <a:t>/ </a:t>
              </a:r>
              <a:r>
                <a:rPr lang="ko-KR" altLang="en-US" dirty="0"/>
                <a:t>이 과정 중 어떤 부분을 적용할 수 있을까</a:t>
              </a:r>
              <a:r>
                <a:rPr lang="en-US" altLang="ko-KR" dirty="0"/>
                <a:t>? </a:t>
              </a:r>
            </a:p>
            <a:p>
              <a:pPr lvl="1"/>
              <a:r>
                <a:rPr lang="ko-KR" altLang="en-US" dirty="0"/>
                <a:t>가능하다면 어느 부분이 개선이 되어야 할까</a:t>
              </a:r>
              <a:r>
                <a:rPr lang="en-US" altLang="ko-KR" dirty="0"/>
                <a:t>?</a:t>
              </a:r>
            </a:p>
            <a:p>
              <a:pPr lvl="1"/>
              <a:r>
                <a:rPr lang="ko-KR" altLang="en-US" dirty="0"/>
                <a:t>다음 </a:t>
              </a:r>
              <a:r>
                <a:rPr lang="en-US" altLang="ko-KR" dirty="0"/>
                <a:t>AA </a:t>
              </a:r>
              <a:r>
                <a:rPr lang="ko-KR" altLang="en-US" dirty="0"/>
                <a:t>과정을 위해 미리 준비해야 할 것 한가지</a:t>
              </a:r>
            </a:p>
            <a:p>
              <a:pPr lvl="1"/>
              <a:r>
                <a:rPr lang="ko-KR" altLang="en-US" dirty="0"/>
                <a:t>현업에서 이 기법을 적용해서 좋은 성과를 얻기 위해서는 어떻게 해야 할까요</a:t>
              </a:r>
              <a:r>
                <a:rPr lang="en-US" altLang="ko-KR" dirty="0"/>
                <a:t>?</a:t>
              </a:r>
            </a:p>
            <a:p>
              <a:pPr lvl="1"/>
              <a:r>
                <a:rPr lang="ko-KR" altLang="en-US" dirty="0"/>
                <a:t>처음부터 개발하는 것이 아니라</a:t>
              </a:r>
              <a:r>
                <a:rPr lang="en-US" altLang="ko-KR" dirty="0"/>
                <a:t>, </a:t>
              </a:r>
              <a:r>
                <a:rPr lang="ko-KR" altLang="en-US" dirty="0"/>
                <a:t>특정 부분만 개발하거나 또는 </a:t>
              </a:r>
              <a:r>
                <a:rPr lang="en-US" altLang="ko-KR" dirty="0"/>
                <a:t>open source / </a:t>
              </a:r>
              <a:r>
                <a:rPr lang="ko-KR" altLang="en-US" dirty="0" err="1"/>
                <a:t>구글링</a:t>
              </a:r>
              <a:r>
                <a:rPr lang="ko-KR" altLang="en-US" dirty="0"/>
                <a:t> 등 기존 코드로부터 개발을 시작하는 경우에는</a:t>
              </a:r>
              <a:r>
                <a:rPr lang="en-US" altLang="ko-KR" dirty="0"/>
                <a:t>, OOPT(UP)</a:t>
              </a:r>
              <a:r>
                <a:rPr lang="ko-KR" altLang="en-US" dirty="0"/>
                <a:t>를 어떻게 수정</a:t>
              </a:r>
              <a:r>
                <a:rPr lang="en-US" altLang="ko-KR" dirty="0"/>
                <a:t>·</a:t>
              </a:r>
              <a:r>
                <a:rPr lang="ko-KR" altLang="en-US" dirty="0"/>
                <a:t>확장하면 좋을까요</a:t>
              </a:r>
              <a:r>
                <a:rPr lang="en-US" altLang="ko-KR" dirty="0"/>
                <a:t>?</a:t>
              </a:r>
            </a:p>
            <a:p>
              <a:pPr lvl="1"/>
              <a:r>
                <a:rPr lang="ko-KR" altLang="en-US" dirty="0"/>
                <a:t>기타</a:t>
              </a:r>
            </a:p>
          </p:txBody>
        </p:sp>
      </p:grpSp>
      <p:sp>
        <p:nvSpPr>
          <p:cNvPr id="11" name="내용 개체 틀 2"/>
          <p:cNvSpPr txBox="1">
            <a:spLocks/>
          </p:cNvSpPr>
          <p:nvPr/>
        </p:nvSpPr>
        <p:spPr>
          <a:xfrm>
            <a:off x="558133" y="4469861"/>
            <a:ext cx="2708690" cy="4678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53419">
              <a:lnSpc>
                <a:spcPct val="160000"/>
              </a:lnSpc>
              <a:buNone/>
            </a:pPr>
            <a:r>
              <a:rPr lang="en-US" altLang="ko-KR" sz="19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3. </a:t>
            </a:r>
            <a:r>
              <a:rPr lang="ko-KR" altLang="en-US" sz="19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강사에 대해 아쉬웠던 점</a:t>
            </a:r>
          </a:p>
        </p:txBody>
      </p:sp>
    </p:spTree>
    <p:extLst>
      <p:ext uri="{BB962C8B-B14F-4D97-AF65-F5344CB8AC3E}">
        <p14:creationId xmlns:p14="http://schemas.microsoft.com/office/powerpoint/2010/main" val="173051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- </a:t>
            </a:r>
            <a:r>
              <a:rPr lang="ko-KR" altLang="en-US" dirty="0" err="1"/>
              <a:t>팀과제</a:t>
            </a:r>
            <a:r>
              <a:rPr lang="ko-KR" altLang="en-US" dirty="0"/>
              <a:t> 진행 회고 예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40206" y="932201"/>
            <a:ext cx="2888227" cy="2923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53419">
              <a:buNone/>
            </a:pPr>
            <a:r>
              <a:rPr lang="ko-KR" altLang="en-US" sz="19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지난 </a:t>
            </a:r>
            <a:r>
              <a:rPr lang="en-US" altLang="ko-KR" sz="19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3</a:t>
            </a:r>
            <a:r>
              <a:rPr lang="ko-KR" altLang="en-US" sz="19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일간의 실습 과정 회고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83" y="1700809"/>
            <a:ext cx="5748720" cy="368675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022" y="1700808"/>
            <a:ext cx="5492477" cy="251680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149" y="4197086"/>
            <a:ext cx="4069332" cy="239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10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55440" y="1556792"/>
            <a:ext cx="10801200" cy="3362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최종 문서는 까페 </a:t>
            </a:r>
            <a:r>
              <a:rPr lang="ko-KR" altLang="en-US" dirty="0" err="1"/>
              <a:t>글제목</a:t>
            </a:r>
            <a:r>
              <a:rPr lang="en-US" altLang="ko-KR" dirty="0"/>
              <a:t>: XX</a:t>
            </a:r>
            <a:r>
              <a:rPr lang="ko-KR" altLang="en-US" dirty="0"/>
              <a:t>조 팀과제에</a:t>
            </a:r>
            <a:br>
              <a:rPr lang="en-US" altLang="ko-KR" dirty="0"/>
            </a:br>
            <a:r>
              <a:rPr lang="en-US" altLang="ko-KR" dirty="0"/>
              <a:t>Doc </a:t>
            </a:r>
            <a:r>
              <a:rPr lang="ko-KR" altLang="en-US" dirty="0"/>
              <a:t>파일</a:t>
            </a:r>
            <a:r>
              <a:rPr lang="en-US" altLang="ko-KR" dirty="0"/>
              <a:t>(“1.3 (</a:t>
            </a:r>
            <a:r>
              <a:rPr lang="ko-KR" altLang="en-US" dirty="0"/>
              <a:t>실습</a:t>
            </a:r>
            <a:r>
              <a:rPr lang="en-US" altLang="ko-KR" dirty="0"/>
              <a:t>) </a:t>
            </a:r>
            <a:r>
              <a:rPr lang="ko-KR" altLang="en-US" dirty="0" err="1"/>
              <a:t>팀과제</a:t>
            </a:r>
            <a:r>
              <a:rPr lang="ko-KR" altLang="en-US" dirty="0"/>
              <a:t> 제출 양식</a:t>
            </a:r>
            <a:r>
              <a:rPr lang="en-US" altLang="ko-KR" dirty="0"/>
              <a:t>.docx”)</a:t>
            </a:r>
            <a:r>
              <a:rPr lang="ko-KR" altLang="en-US" dirty="0"/>
              <a:t>을 파일명 변경 후 카페에 </a:t>
            </a:r>
            <a:r>
              <a:rPr lang="ko-KR" altLang="en-US" b="1" dirty="0"/>
              <a:t>업로드</a:t>
            </a:r>
            <a:r>
              <a:rPr lang="en-US" altLang="ko-KR" b="1" dirty="0">
                <a:solidFill>
                  <a:srgbClr val="C00000"/>
                </a:solidFill>
              </a:rPr>
              <a:t>(</a:t>
            </a:r>
            <a:r>
              <a:rPr lang="ko-KR" altLang="en-US" b="1" dirty="0">
                <a:solidFill>
                  <a:srgbClr val="C00000"/>
                </a:solidFill>
              </a:rPr>
              <a:t>링크</a:t>
            </a:r>
            <a:r>
              <a:rPr lang="en-US" altLang="ko-KR" b="1" dirty="0">
                <a:solidFill>
                  <a:srgbClr val="C00000"/>
                </a:solidFill>
              </a:rPr>
              <a:t>x)</a:t>
            </a:r>
            <a:r>
              <a:rPr lang="ko-KR" altLang="en-US" dirty="0"/>
              <a:t>해주세요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글제목</a:t>
            </a:r>
            <a:r>
              <a:rPr lang="en-US" altLang="ko-KR" dirty="0"/>
              <a:t>: XX</a:t>
            </a:r>
            <a:r>
              <a:rPr lang="ko-KR" altLang="en-US" dirty="0"/>
              <a:t>조 </a:t>
            </a:r>
            <a:r>
              <a:rPr lang="ko-KR" altLang="en-US" dirty="0" err="1"/>
              <a:t>팀과제</a:t>
            </a:r>
            <a:r>
              <a:rPr lang="ko-KR" altLang="en-US" dirty="0"/>
              <a:t> 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파일명</a:t>
            </a:r>
            <a:r>
              <a:rPr lang="en-US" altLang="ko-KR" dirty="0"/>
              <a:t>: </a:t>
            </a:r>
            <a:r>
              <a:rPr lang="en-US" altLang="ko-KR" b="1" dirty="0">
                <a:solidFill>
                  <a:srgbClr val="FF0000"/>
                </a:solidFill>
              </a:rPr>
              <a:t>xx</a:t>
            </a:r>
            <a:r>
              <a:rPr lang="ko-KR" altLang="en-US" b="1" dirty="0">
                <a:solidFill>
                  <a:srgbClr val="FF0000"/>
                </a:solidFill>
              </a:rPr>
              <a:t>조 </a:t>
            </a:r>
            <a:r>
              <a:rPr lang="ko-KR" altLang="en-US" b="1" dirty="0" err="1">
                <a:solidFill>
                  <a:srgbClr val="FF0000"/>
                </a:solidFill>
              </a:rPr>
              <a:t>팀과제</a:t>
            </a:r>
            <a:r>
              <a:rPr lang="en-US" altLang="ko-KR" b="1" dirty="0">
                <a:solidFill>
                  <a:srgbClr val="FF0000"/>
                </a:solidFill>
              </a:rPr>
              <a:t>.doc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err="1">
                <a:solidFill>
                  <a:srgbClr val="FF0000"/>
                </a:solidFill>
              </a:rPr>
              <a:t>회고을</a:t>
            </a:r>
            <a:r>
              <a:rPr lang="ko-KR" altLang="en-US" b="1" dirty="0">
                <a:solidFill>
                  <a:srgbClr val="FF0000"/>
                </a:solidFill>
              </a:rPr>
              <a:t> 포함 해야 하고 기존 회고 문서는 삭제 해주세요</a:t>
            </a:r>
            <a:br>
              <a:rPr lang="en-US" altLang="ko-KR" b="1" dirty="0">
                <a:solidFill>
                  <a:srgbClr val="C00000"/>
                </a:solidFill>
              </a:rPr>
            </a:b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altLang="ko-KR" dirty="0"/>
              <a:t>7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월</a:t>
            </a:r>
            <a:r>
              <a:rPr lang="en-US" altLang="ko-KR" dirty="0"/>
              <a:t>) </a:t>
            </a:r>
            <a:r>
              <a:rPr lang="ko-KR" altLang="en-US" dirty="0"/>
              <a:t>전까지는 재 업로드 </a:t>
            </a:r>
            <a:r>
              <a:rPr lang="ko-KR" altLang="en-US" dirty="0" err="1"/>
              <a:t>하셔도</a:t>
            </a:r>
            <a:r>
              <a:rPr lang="ko-KR" altLang="en-US" dirty="0"/>
              <a:t> 됩니다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이미지 해상도 괜찮은지 제출 전에 확인 한번 부탁 드립니다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29305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378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39616" y="177281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solidFill>
                  <a:schemeClr val="bg1"/>
                </a:solidFill>
              </a:rPr>
              <a:t>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83632" y="4221088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17</a:t>
            </a:r>
            <a:r>
              <a:rPr lang="ko-KR" altLang="en-US" dirty="0">
                <a:solidFill>
                  <a:schemeClr val="bg1"/>
                </a:solidFill>
              </a:rPr>
              <a:t>시 </a:t>
            </a:r>
            <a:r>
              <a:rPr lang="en-US" altLang="ko-KR" dirty="0">
                <a:solidFill>
                  <a:schemeClr val="bg1"/>
                </a:solidFill>
              </a:rPr>
              <a:t>5</a:t>
            </a:r>
            <a:r>
              <a:rPr lang="ko-KR" altLang="en-US" dirty="0">
                <a:solidFill>
                  <a:schemeClr val="bg1"/>
                </a:solidFill>
              </a:rPr>
              <a:t>분에 시작 합니다</a:t>
            </a:r>
          </a:p>
        </p:txBody>
      </p:sp>
    </p:spTree>
    <p:extLst>
      <p:ext uri="{BB962C8B-B14F-4D97-AF65-F5344CB8AC3E}">
        <p14:creationId xmlns:p14="http://schemas.microsoft.com/office/powerpoint/2010/main" val="1124048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55440" y="1556792"/>
            <a:ext cx="10801200" cy="3362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최종 문서는 까페 </a:t>
            </a:r>
            <a:r>
              <a:rPr lang="ko-KR" altLang="en-US" dirty="0" err="1"/>
              <a:t>글제목</a:t>
            </a:r>
            <a:r>
              <a:rPr lang="en-US" altLang="ko-KR" dirty="0"/>
              <a:t>: XX</a:t>
            </a:r>
            <a:r>
              <a:rPr lang="ko-KR" altLang="en-US" dirty="0"/>
              <a:t>조 팀과제에</a:t>
            </a:r>
            <a:br>
              <a:rPr lang="en-US" altLang="ko-KR" dirty="0"/>
            </a:br>
            <a:r>
              <a:rPr lang="en-US" altLang="ko-KR" dirty="0"/>
              <a:t>Doc </a:t>
            </a:r>
            <a:r>
              <a:rPr lang="ko-KR" altLang="en-US" dirty="0"/>
              <a:t>파일</a:t>
            </a:r>
            <a:r>
              <a:rPr lang="en-US" altLang="ko-KR" dirty="0"/>
              <a:t>(“1.3 (</a:t>
            </a:r>
            <a:r>
              <a:rPr lang="ko-KR" altLang="en-US" dirty="0"/>
              <a:t>실습</a:t>
            </a:r>
            <a:r>
              <a:rPr lang="en-US" altLang="ko-KR" dirty="0"/>
              <a:t>) </a:t>
            </a:r>
            <a:r>
              <a:rPr lang="ko-KR" altLang="en-US" dirty="0" err="1"/>
              <a:t>팀과제</a:t>
            </a:r>
            <a:r>
              <a:rPr lang="ko-KR" altLang="en-US" dirty="0"/>
              <a:t> 제출 양식</a:t>
            </a:r>
            <a:r>
              <a:rPr lang="en-US" altLang="ko-KR" dirty="0"/>
              <a:t>.docx”)</a:t>
            </a:r>
            <a:r>
              <a:rPr lang="ko-KR" altLang="en-US" dirty="0"/>
              <a:t>을 파일명 변경 후 카페에 </a:t>
            </a:r>
            <a:r>
              <a:rPr lang="ko-KR" altLang="en-US" b="1" dirty="0"/>
              <a:t>업로드</a:t>
            </a:r>
            <a:r>
              <a:rPr lang="en-US" altLang="ko-KR" b="1" dirty="0">
                <a:solidFill>
                  <a:srgbClr val="C00000"/>
                </a:solidFill>
              </a:rPr>
              <a:t>(</a:t>
            </a:r>
            <a:r>
              <a:rPr lang="ko-KR" altLang="en-US" b="1" dirty="0">
                <a:solidFill>
                  <a:srgbClr val="C00000"/>
                </a:solidFill>
              </a:rPr>
              <a:t>링크</a:t>
            </a:r>
            <a:r>
              <a:rPr lang="en-US" altLang="ko-KR" b="1" dirty="0">
                <a:solidFill>
                  <a:srgbClr val="C00000"/>
                </a:solidFill>
              </a:rPr>
              <a:t>x)</a:t>
            </a:r>
            <a:r>
              <a:rPr lang="ko-KR" altLang="en-US" dirty="0"/>
              <a:t>해주세요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글제목</a:t>
            </a:r>
            <a:r>
              <a:rPr lang="en-US" altLang="ko-KR" dirty="0"/>
              <a:t>: XX</a:t>
            </a:r>
            <a:r>
              <a:rPr lang="ko-KR" altLang="en-US" dirty="0"/>
              <a:t>조 </a:t>
            </a:r>
            <a:r>
              <a:rPr lang="ko-KR" altLang="en-US" dirty="0" err="1"/>
              <a:t>팀과제</a:t>
            </a:r>
            <a:r>
              <a:rPr lang="ko-KR" altLang="en-US" dirty="0"/>
              <a:t> 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파일명</a:t>
            </a:r>
            <a:r>
              <a:rPr lang="en-US" altLang="ko-KR" dirty="0"/>
              <a:t>: </a:t>
            </a:r>
            <a:r>
              <a:rPr lang="en-US" altLang="ko-KR" b="1" dirty="0">
                <a:solidFill>
                  <a:srgbClr val="FF0000"/>
                </a:solidFill>
              </a:rPr>
              <a:t>xx</a:t>
            </a:r>
            <a:r>
              <a:rPr lang="ko-KR" altLang="en-US" b="1" dirty="0">
                <a:solidFill>
                  <a:srgbClr val="FF0000"/>
                </a:solidFill>
              </a:rPr>
              <a:t>조 </a:t>
            </a:r>
            <a:r>
              <a:rPr lang="ko-KR" altLang="en-US" b="1" dirty="0" err="1">
                <a:solidFill>
                  <a:srgbClr val="FF0000"/>
                </a:solidFill>
              </a:rPr>
              <a:t>팀과제</a:t>
            </a:r>
            <a:r>
              <a:rPr lang="en-US" altLang="ko-KR" b="1" dirty="0">
                <a:solidFill>
                  <a:srgbClr val="FF0000"/>
                </a:solidFill>
              </a:rPr>
              <a:t>.doc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err="1">
                <a:solidFill>
                  <a:srgbClr val="FF0000"/>
                </a:solidFill>
              </a:rPr>
              <a:t>회고을</a:t>
            </a:r>
            <a:r>
              <a:rPr lang="ko-KR" altLang="en-US" b="1" dirty="0">
                <a:solidFill>
                  <a:srgbClr val="FF0000"/>
                </a:solidFill>
              </a:rPr>
              <a:t> 포함 해야 하고 기존 회고 문서는 삭제 해주세요</a:t>
            </a:r>
            <a:br>
              <a:rPr lang="en-US" altLang="ko-KR" b="1" dirty="0">
                <a:solidFill>
                  <a:srgbClr val="C00000"/>
                </a:solidFill>
              </a:rPr>
            </a:b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altLang="ko-KR" dirty="0"/>
              <a:t>7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월</a:t>
            </a:r>
            <a:r>
              <a:rPr lang="en-US" altLang="ko-KR" dirty="0"/>
              <a:t>) </a:t>
            </a:r>
            <a:r>
              <a:rPr lang="ko-KR" altLang="en-US" dirty="0"/>
              <a:t>전까지는 재 업로드 </a:t>
            </a:r>
            <a:r>
              <a:rPr lang="ko-KR" altLang="en-US" dirty="0" err="1"/>
              <a:t>하셔도</a:t>
            </a:r>
            <a:r>
              <a:rPr lang="ko-KR" altLang="en-US" dirty="0"/>
              <a:t> 됩니다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이미지 해상도 괜찮은지 제출 전에 확인 한번 부탁 드립니다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5066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lIns="36000" tIns="36000" rIns="36000" bIns="36000" rtlCol="0" anchor="ctr"/>
      <a:lstStyle>
        <a:defPPr algn="ctr">
          <a:defRPr sz="12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6714</TotalTime>
  <Words>406</Words>
  <Application>Microsoft Office PowerPoint</Application>
  <PresentationFormat>와이드스크린</PresentationFormat>
  <Paragraphs>47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샘물체</vt:lpstr>
      <vt:lpstr>Arial</vt:lpstr>
      <vt:lpstr>Wingdings</vt:lpstr>
      <vt:lpstr>Office 테마</vt:lpstr>
      <vt:lpstr>PowerPoint 프레젠테이션</vt:lpstr>
      <vt:lpstr>PowerPoint 프레젠테이션</vt:lpstr>
      <vt:lpstr>실습 – 팀과제 진행 회고</vt:lpstr>
      <vt:lpstr>실습 - 팀과제 진행 회고 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이혜준/HYE JOON YI</dc:creator>
  <cp:lastModifiedBy>User</cp:lastModifiedBy>
  <cp:revision>945</cp:revision>
  <dcterms:created xsi:type="dcterms:W3CDTF">2021-06-02T00:51:12Z</dcterms:created>
  <dcterms:modified xsi:type="dcterms:W3CDTF">2026-09-04T01:51:31Z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
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jiPBgA+2ASoOgVt0ueHa0uwa7C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9c68e30a8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f9c68e30a8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9c68e30a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9c68e30a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사용자 지정 레이아웃">
  <p:cSld name="2_사용자 지정 레이아웃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  <a:defRPr b="1" sz="2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51520" y="779180"/>
            <a:ext cx="8712968" cy="375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2639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Arial"/>
              <a:buChar char="•"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1242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20"/>
              <a:buFont typeface="Arial"/>
              <a:buChar char="•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1943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Arial"/>
              <a:buChar char="•"/>
              <a:defRPr sz="105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84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80"/>
              <a:buFont typeface="Arial"/>
              <a:buChar char="•"/>
              <a:defRPr sz="8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44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676386" y="2005191"/>
            <a:ext cx="7772400" cy="714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Malgun Gothic"/>
              <a:buNone/>
              <a:defRPr b="1" sz="4600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76386" y="1493150"/>
            <a:ext cx="7772400" cy="49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2575244" y="2787774"/>
            <a:ext cx="3888432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rgbClr val="00FFFF"/>
              </a:buClr>
              <a:buSzPts val="1800"/>
              <a:buNone/>
              <a:defRPr sz="1800">
                <a:solidFill>
                  <a:srgbClr val="00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516" y="4639216"/>
            <a:ext cx="980969" cy="211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bg>
      <p:bgPr>
        <a:solidFill>
          <a:srgbClr val="52578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1977070" y="420458"/>
            <a:ext cx="5231360" cy="72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b="0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11560" y="1635646"/>
            <a:ext cx="7560840" cy="309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algun Gothic"/>
              <a:buAutoNum type="arabicPeriod"/>
              <a:defRPr b="1" sz="2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30200" lvl="1" marL="9144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lgun Gothic"/>
              <a:buAutoNum type="arabicPeriod"/>
              <a:defRPr sz="1600">
                <a:solidFill>
                  <a:srgbClr val="1E1E2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17500" lvl="2" marL="1371600" algn="l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lgun Gothic"/>
              <a:buAutoNum type="arabicPeriod"/>
              <a:defRPr sz="1400">
                <a:solidFill>
                  <a:srgbClr val="1E1E2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4800" lvl="3" marL="1828800" algn="l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92100" lvl="4" marL="22860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AutoNum type="arabicPeriod"/>
              <a:defRPr sz="1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657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2928428" y="1821831"/>
            <a:ext cx="4492362" cy="533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Malgun Gothic"/>
              <a:buNone/>
              <a:defRPr b="1" sz="3200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516" y="4639216"/>
            <a:ext cx="980969" cy="21158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idx="1" type="body"/>
          </p:nvPr>
        </p:nvSpPr>
        <p:spPr>
          <a:xfrm>
            <a:off x="251520" y="779180"/>
            <a:ext cx="8712968" cy="375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0000" lvl="0" marL="271463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Ex1. 음료수 자판기 컨트롤러 예제에서 아래와 같이 Actor과 Use Case를 식별했다고 가정합니다. </a:t>
            </a:r>
            <a:endParaRPr/>
          </a:p>
          <a:p>
            <a:pPr indent="-180000" lvl="0" marL="271463" rtl="0" algn="l">
              <a:lnSpc>
                <a:spcPct val="12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식별된 Actor와 Use Case간의 관계(Include/Extend Relationship)를 적절히 설계하여, </a:t>
            </a:r>
            <a:br>
              <a:rPr lang="ko-KR" sz="1600"/>
            </a:br>
            <a:r>
              <a:rPr lang="ko-KR" sz="1600"/>
              <a:t>Ex1. 의 초기 요구사항을 수용할 수 있는Use Case Diagram을 완성하세요</a:t>
            </a:r>
            <a:endParaRPr/>
          </a:p>
          <a:p>
            <a:pPr indent="-180000" lvl="0" marL="271463" rtl="0" algn="l">
              <a:lnSpc>
                <a:spcPct val="12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아래 제시된 Use Case 외에 다른 Use Case는 없습니다.</a:t>
            </a:r>
            <a:endParaRPr/>
          </a:p>
        </p:txBody>
      </p:sp>
      <p:sp>
        <p:nvSpPr>
          <p:cNvPr id="44" name="Google Shape;44;p1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9c68e30a8_0_86"/>
          <p:cNvSpPr/>
          <p:nvPr/>
        </p:nvSpPr>
        <p:spPr>
          <a:xfrm>
            <a:off x="2945175" y="754625"/>
            <a:ext cx="6003900" cy="428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50;g3f9c68e30a8_0_86"/>
          <p:cNvSpPr txBox="1"/>
          <p:nvPr>
            <p:ph type="title"/>
          </p:nvPr>
        </p:nvSpPr>
        <p:spPr>
          <a:xfrm>
            <a:off x="356400" y="-1229"/>
            <a:ext cx="8430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  <p:grpSp>
        <p:nvGrpSpPr>
          <p:cNvPr id="51" name="Google Shape;51;g3f9c68e30a8_0_86"/>
          <p:cNvGrpSpPr/>
          <p:nvPr/>
        </p:nvGrpSpPr>
        <p:grpSpPr>
          <a:xfrm>
            <a:off x="1756163" y="3006410"/>
            <a:ext cx="534000" cy="741251"/>
            <a:chOff x="1531644" y="1275606"/>
            <a:chExt cx="534000" cy="741251"/>
          </a:xfrm>
        </p:grpSpPr>
        <p:pic>
          <p:nvPicPr>
            <p:cNvPr id="52" name="Google Shape;52;g3f9c68e30a8_0_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01293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g3f9c68e30a8_0_86"/>
            <p:cNvSpPr txBox="1"/>
            <p:nvPr/>
          </p:nvSpPr>
          <p:spPr>
            <a:xfrm flipH="1">
              <a:off x="1531644" y="1739957"/>
              <a:ext cx="534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고객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4" name="Google Shape;54;g3f9c68e30a8_0_86"/>
          <p:cNvGrpSpPr/>
          <p:nvPr/>
        </p:nvGrpSpPr>
        <p:grpSpPr>
          <a:xfrm>
            <a:off x="3441304" y="4071086"/>
            <a:ext cx="1347300" cy="884825"/>
            <a:chOff x="1475806" y="2129742"/>
            <a:chExt cx="1347300" cy="884825"/>
          </a:xfrm>
        </p:grpSpPr>
        <p:sp>
          <p:nvSpPr>
            <p:cNvPr id="55" name="Google Shape;55;g3f9c68e30a8_0_86"/>
            <p:cNvSpPr/>
            <p:nvPr/>
          </p:nvSpPr>
          <p:spPr>
            <a:xfrm>
              <a:off x="1568942" y="212974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" name="Google Shape;56;g3f9c68e30a8_0_86"/>
            <p:cNvSpPr txBox="1"/>
            <p:nvPr/>
          </p:nvSpPr>
          <p:spPr>
            <a:xfrm flipH="1">
              <a:off x="1475806" y="2614367"/>
              <a:ext cx="1347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거스름돈 없을 경우 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7" name="Google Shape;57;g3f9c68e30a8_0_86"/>
          <p:cNvGrpSpPr/>
          <p:nvPr/>
        </p:nvGrpSpPr>
        <p:grpSpPr>
          <a:xfrm>
            <a:off x="7228637" y="4071069"/>
            <a:ext cx="1502400" cy="884825"/>
            <a:chOff x="6433274" y="2129742"/>
            <a:chExt cx="1502400" cy="884825"/>
          </a:xfrm>
        </p:grpSpPr>
        <p:sp>
          <p:nvSpPr>
            <p:cNvPr id="58" name="Google Shape;58;g3f9c68e30a8_0_86"/>
            <p:cNvSpPr/>
            <p:nvPr/>
          </p:nvSpPr>
          <p:spPr>
            <a:xfrm>
              <a:off x="6604097" y="212974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" name="Google Shape;59;g3f9c68e30a8_0_86"/>
            <p:cNvSpPr txBox="1"/>
            <p:nvPr/>
          </p:nvSpPr>
          <p:spPr>
            <a:xfrm flipH="1">
              <a:off x="6433274" y="2614367"/>
              <a:ext cx="15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투입금액 부족시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0" name="Google Shape;60;g3f9c68e30a8_0_86"/>
          <p:cNvGrpSpPr/>
          <p:nvPr/>
        </p:nvGrpSpPr>
        <p:grpSpPr>
          <a:xfrm>
            <a:off x="5598253" y="3010637"/>
            <a:ext cx="1161121" cy="730925"/>
            <a:chOff x="4199767" y="1500769"/>
            <a:chExt cx="1161121" cy="730925"/>
          </a:xfrm>
        </p:grpSpPr>
        <p:sp>
          <p:nvSpPr>
            <p:cNvPr id="61" name="Google Shape;61;g3f9c68e30a8_0_86"/>
            <p:cNvSpPr/>
            <p:nvPr/>
          </p:nvSpPr>
          <p:spPr>
            <a:xfrm>
              <a:off x="4199888" y="1500769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" name="Google Shape;62;g3f9c68e30a8_0_86"/>
            <p:cNvSpPr txBox="1"/>
            <p:nvPr/>
          </p:nvSpPr>
          <p:spPr>
            <a:xfrm flipH="1">
              <a:off x="4199767" y="1985394"/>
              <a:ext cx="1161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구입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3" name="Google Shape;63;g3f9c68e30a8_0_86"/>
          <p:cNvGrpSpPr/>
          <p:nvPr/>
        </p:nvGrpSpPr>
        <p:grpSpPr>
          <a:xfrm>
            <a:off x="5971896" y="4071066"/>
            <a:ext cx="1502400" cy="884825"/>
            <a:chOff x="2949590" y="2142904"/>
            <a:chExt cx="1502400" cy="884825"/>
          </a:xfrm>
        </p:grpSpPr>
        <p:sp>
          <p:nvSpPr>
            <p:cNvPr id="64" name="Google Shape;64;g3f9c68e30a8_0_86"/>
            <p:cNvSpPr/>
            <p:nvPr/>
          </p:nvSpPr>
          <p:spPr>
            <a:xfrm>
              <a:off x="3120413" y="214290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" name="Google Shape;65;g3f9c68e30a8_0_86"/>
            <p:cNvSpPr txBox="1"/>
            <p:nvPr/>
          </p:nvSpPr>
          <p:spPr>
            <a:xfrm flipH="1">
              <a:off x="2949590" y="2627529"/>
              <a:ext cx="15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재고 부족시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6" name="Google Shape;66;g3f9c68e30a8_0_86"/>
          <p:cNvGrpSpPr/>
          <p:nvPr/>
        </p:nvGrpSpPr>
        <p:grpSpPr>
          <a:xfrm>
            <a:off x="4542956" y="4071078"/>
            <a:ext cx="1674600" cy="884825"/>
            <a:chOff x="4578485" y="2129742"/>
            <a:chExt cx="1674600" cy="884825"/>
          </a:xfrm>
        </p:grpSpPr>
        <p:sp>
          <p:nvSpPr>
            <p:cNvPr id="67" name="Google Shape;67;g3f9c68e30a8_0_86"/>
            <p:cNvSpPr/>
            <p:nvPr/>
          </p:nvSpPr>
          <p:spPr>
            <a:xfrm>
              <a:off x="4835403" y="212974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" name="Google Shape;68;g3f9c68e30a8_0_86"/>
            <p:cNvSpPr txBox="1"/>
            <p:nvPr/>
          </p:nvSpPr>
          <p:spPr>
            <a:xfrm flipH="1">
              <a:off x="4578485" y="2614367"/>
              <a:ext cx="1674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구매 취소시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9" name="Google Shape;69;g3f9c68e30a8_0_86"/>
          <p:cNvCxnSpPr>
            <a:stCxn id="52" idx="3"/>
            <a:endCxn id="61" idx="2"/>
          </p:cNvCxnSpPr>
          <p:nvPr/>
        </p:nvCxnSpPr>
        <p:spPr>
          <a:xfrm>
            <a:off x="2197293" y="3238585"/>
            <a:ext cx="3401100" cy="42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none"/>
          </a:ln>
        </p:spPr>
      </p:cxnSp>
      <p:cxnSp>
        <p:nvCxnSpPr>
          <p:cNvPr id="70" name="Google Shape;70;g3f9c68e30a8_0_86"/>
          <p:cNvCxnSpPr>
            <a:stCxn id="64" idx="0"/>
            <a:endCxn id="62" idx="0"/>
          </p:cNvCxnSpPr>
          <p:nvPr/>
        </p:nvCxnSpPr>
        <p:spPr>
          <a:xfrm rot="10800000">
            <a:off x="6178719" y="3495366"/>
            <a:ext cx="544500" cy="575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71" name="Google Shape;71;g3f9c68e30a8_0_86"/>
          <p:cNvSpPr txBox="1"/>
          <p:nvPr/>
        </p:nvSpPr>
        <p:spPr>
          <a:xfrm>
            <a:off x="6060690" y="3673359"/>
            <a:ext cx="116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72;g3f9c68e30a8_0_86"/>
          <p:cNvSpPr txBox="1"/>
          <p:nvPr/>
        </p:nvSpPr>
        <p:spPr>
          <a:xfrm>
            <a:off x="5878842" y="2620399"/>
            <a:ext cx="142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3" name="Google Shape;73;g3f9c68e30a8_0_86"/>
          <p:cNvCxnSpPr>
            <a:stCxn id="62" idx="0"/>
            <a:endCxn id="55" idx="0"/>
          </p:cNvCxnSpPr>
          <p:nvPr/>
        </p:nvCxnSpPr>
        <p:spPr>
          <a:xfrm flipH="1">
            <a:off x="4115054" y="3495262"/>
            <a:ext cx="2063700" cy="575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74" name="Google Shape;74;g3f9c68e30a8_0_86"/>
          <p:cNvCxnSpPr>
            <a:stCxn id="67" idx="0"/>
            <a:endCxn id="62" idx="0"/>
          </p:cNvCxnSpPr>
          <p:nvPr/>
        </p:nvCxnSpPr>
        <p:spPr>
          <a:xfrm flipH="1" rot="10800000">
            <a:off x="5380374" y="3495378"/>
            <a:ext cx="798300" cy="575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75" name="Google Shape;75;g3f9c68e30a8_0_86"/>
          <p:cNvSpPr txBox="1"/>
          <p:nvPr/>
        </p:nvSpPr>
        <p:spPr>
          <a:xfrm>
            <a:off x="4920966" y="3673359"/>
            <a:ext cx="125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6" name="Google Shape;76;g3f9c68e30a8_0_86"/>
          <p:cNvCxnSpPr>
            <a:stCxn id="58" idx="0"/>
            <a:endCxn id="62" idx="0"/>
          </p:cNvCxnSpPr>
          <p:nvPr/>
        </p:nvCxnSpPr>
        <p:spPr>
          <a:xfrm rot="10800000">
            <a:off x="6178760" y="3495369"/>
            <a:ext cx="1801200" cy="575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77" name="Google Shape;77;g3f9c68e30a8_0_86"/>
          <p:cNvSpPr txBox="1"/>
          <p:nvPr/>
        </p:nvSpPr>
        <p:spPr>
          <a:xfrm>
            <a:off x="7120028" y="3673359"/>
            <a:ext cx="125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8" name="Google Shape;78;g3f9c68e30a8_0_86"/>
          <p:cNvGrpSpPr/>
          <p:nvPr/>
        </p:nvGrpSpPr>
        <p:grpSpPr>
          <a:xfrm>
            <a:off x="5427746" y="1988459"/>
            <a:ext cx="1502400" cy="700892"/>
            <a:chOff x="4664705" y="3103735"/>
            <a:chExt cx="1502400" cy="700892"/>
          </a:xfrm>
        </p:grpSpPr>
        <p:sp>
          <p:nvSpPr>
            <p:cNvPr id="79" name="Google Shape;79;g3f9c68e30a8_0_86"/>
            <p:cNvSpPr/>
            <p:nvPr/>
          </p:nvSpPr>
          <p:spPr>
            <a:xfrm>
              <a:off x="4835403" y="3103735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0" name="Google Shape;80;g3f9c68e30a8_0_86"/>
            <p:cNvSpPr txBox="1"/>
            <p:nvPr/>
          </p:nvSpPr>
          <p:spPr>
            <a:xfrm flipH="1">
              <a:off x="4664705" y="3558327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운영모드로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1" name="Google Shape;81;g3f9c68e30a8_0_86"/>
          <p:cNvSpPr txBox="1"/>
          <p:nvPr/>
        </p:nvSpPr>
        <p:spPr>
          <a:xfrm>
            <a:off x="3647606" y="3673359"/>
            <a:ext cx="142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2" name="Google Shape;82;g3f9c68e30a8_0_86"/>
          <p:cNvCxnSpPr>
            <a:stCxn id="61" idx="0"/>
            <a:endCxn id="79" idx="4"/>
          </p:cNvCxnSpPr>
          <p:nvPr/>
        </p:nvCxnSpPr>
        <p:spPr>
          <a:xfrm rot="10800000">
            <a:off x="6178875" y="2452937"/>
            <a:ext cx="0" cy="557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grpSp>
        <p:nvGrpSpPr>
          <p:cNvPr id="83" name="Google Shape;83;g3f9c68e30a8_0_86"/>
          <p:cNvGrpSpPr/>
          <p:nvPr/>
        </p:nvGrpSpPr>
        <p:grpSpPr>
          <a:xfrm>
            <a:off x="1693182" y="1362284"/>
            <a:ext cx="660000" cy="741251"/>
            <a:chOff x="2967973" y="1275606"/>
            <a:chExt cx="660000" cy="741251"/>
          </a:xfrm>
        </p:grpSpPr>
        <p:pic>
          <p:nvPicPr>
            <p:cNvPr id="84" name="Google Shape;84;g3f9c68e30a8_0_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12228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g3f9c68e30a8_0_86"/>
            <p:cNvSpPr txBox="1"/>
            <p:nvPr/>
          </p:nvSpPr>
          <p:spPr>
            <a:xfrm flipH="1">
              <a:off x="2967973" y="1739957"/>
              <a:ext cx="660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관리자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86" name="Google Shape;86;g3f9c68e30a8_0_86"/>
          <p:cNvCxnSpPr>
            <a:stCxn id="84" idx="3"/>
            <a:endCxn id="79" idx="2"/>
          </p:cNvCxnSpPr>
          <p:nvPr/>
        </p:nvCxnSpPr>
        <p:spPr>
          <a:xfrm>
            <a:off x="2208918" y="1594459"/>
            <a:ext cx="3389400" cy="626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none"/>
          </a:ln>
        </p:spPr>
      </p:cxnSp>
      <p:grpSp>
        <p:nvGrpSpPr>
          <p:cNvPr id="87" name="Google Shape;87;g3f9c68e30a8_0_86"/>
          <p:cNvGrpSpPr/>
          <p:nvPr/>
        </p:nvGrpSpPr>
        <p:grpSpPr>
          <a:xfrm>
            <a:off x="5427664" y="831802"/>
            <a:ext cx="1502400" cy="709750"/>
            <a:chOff x="2949590" y="3492472"/>
            <a:chExt cx="1502400" cy="709750"/>
          </a:xfrm>
        </p:grpSpPr>
        <p:sp>
          <p:nvSpPr>
            <p:cNvPr id="88" name="Google Shape;88;g3f9c68e30a8_0_86"/>
            <p:cNvSpPr/>
            <p:nvPr/>
          </p:nvSpPr>
          <p:spPr>
            <a:xfrm>
              <a:off x="3120313" y="349247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" name="Google Shape;89;g3f9c68e30a8_0_86"/>
            <p:cNvSpPr txBox="1"/>
            <p:nvPr/>
          </p:nvSpPr>
          <p:spPr>
            <a:xfrm flipH="1">
              <a:off x="2949590" y="3955922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90" name="Google Shape;90;g3f9c68e30a8_0_86"/>
          <p:cNvCxnSpPr>
            <a:stCxn id="84" idx="3"/>
            <a:endCxn id="88" idx="2"/>
          </p:cNvCxnSpPr>
          <p:nvPr/>
        </p:nvCxnSpPr>
        <p:spPr>
          <a:xfrm flipH="1" rot="10800000">
            <a:off x="2208918" y="1064059"/>
            <a:ext cx="3389400" cy="5304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none"/>
          </a:ln>
        </p:spPr>
      </p:cxnSp>
      <p:grpSp>
        <p:nvGrpSpPr>
          <p:cNvPr id="91" name="Google Shape;91;g3f9c68e30a8_0_86"/>
          <p:cNvGrpSpPr/>
          <p:nvPr/>
        </p:nvGrpSpPr>
        <p:grpSpPr>
          <a:xfrm>
            <a:off x="7257567" y="830514"/>
            <a:ext cx="1638000" cy="730925"/>
            <a:chOff x="4596783" y="1268494"/>
            <a:chExt cx="1638000" cy="730925"/>
          </a:xfrm>
        </p:grpSpPr>
        <p:sp>
          <p:nvSpPr>
            <p:cNvPr id="92" name="Google Shape;92;g3f9c68e30a8_0_86"/>
            <p:cNvSpPr/>
            <p:nvPr/>
          </p:nvSpPr>
          <p:spPr>
            <a:xfrm>
              <a:off x="4835403" y="126849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" name="Google Shape;93;g3f9c68e30a8_0_86"/>
            <p:cNvSpPr txBox="1"/>
            <p:nvPr/>
          </p:nvSpPr>
          <p:spPr>
            <a:xfrm flipH="1">
              <a:off x="4596783" y="1753119"/>
              <a:ext cx="1638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가격 수정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4" name="Google Shape;94;g3f9c68e30a8_0_86"/>
          <p:cNvGrpSpPr/>
          <p:nvPr/>
        </p:nvGrpSpPr>
        <p:grpSpPr>
          <a:xfrm>
            <a:off x="7345532" y="1688686"/>
            <a:ext cx="1609800" cy="805238"/>
            <a:chOff x="6379580" y="1070919"/>
            <a:chExt cx="1609800" cy="805238"/>
          </a:xfrm>
        </p:grpSpPr>
        <p:sp>
          <p:nvSpPr>
            <p:cNvPr id="95" name="Google Shape;95;g3f9c68e30a8_0_86"/>
            <p:cNvSpPr/>
            <p:nvPr/>
          </p:nvSpPr>
          <p:spPr>
            <a:xfrm>
              <a:off x="6550297" y="1070919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6" name="Google Shape;96;g3f9c68e30a8_0_86"/>
            <p:cNvSpPr txBox="1"/>
            <p:nvPr/>
          </p:nvSpPr>
          <p:spPr>
            <a:xfrm flipH="1">
              <a:off x="6379580" y="1629857"/>
              <a:ext cx="1609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1일 거래량 출력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97" name="Google Shape;97;g3f9c68e30a8_0_86"/>
          <p:cNvCxnSpPr>
            <a:stCxn id="88" idx="6"/>
            <a:endCxn id="92" idx="2"/>
          </p:cNvCxnSpPr>
          <p:nvPr/>
        </p:nvCxnSpPr>
        <p:spPr>
          <a:xfrm flipH="1" rot="10800000">
            <a:off x="6759387" y="1062802"/>
            <a:ext cx="736800" cy="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98" name="Google Shape;98;g3f9c68e30a8_0_86"/>
          <p:cNvCxnSpPr>
            <a:stCxn id="88" idx="6"/>
            <a:endCxn id="95" idx="2"/>
          </p:cNvCxnSpPr>
          <p:nvPr/>
        </p:nvCxnSpPr>
        <p:spPr>
          <a:xfrm>
            <a:off x="6759387" y="1064002"/>
            <a:ext cx="756900" cy="85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99" name="Google Shape;99;g3f9c68e30a8_0_86"/>
          <p:cNvSpPr txBox="1"/>
          <p:nvPr/>
        </p:nvSpPr>
        <p:spPr>
          <a:xfrm>
            <a:off x="6498828" y="744963"/>
            <a:ext cx="125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g3f9c68e30a8_0_86"/>
          <p:cNvSpPr txBox="1"/>
          <p:nvPr/>
        </p:nvSpPr>
        <p:spPr>
          <a:xfrm>
            <a:off x="6440735" y="1371531"/>
            <a:ext cx="125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3446150" y="788675"/>
            <a:ext cx="5207700" cy="403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2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  <p:grpSp>
        <p:nvGrpSpPr>
          <p:cNvPr id="107" name="Google Shape;107;p2"/>
          <p:cNvGrpSpPr/>
          <p:nvPr/>
        </p:nvGrpSpPr>
        <p:grpSpPr>
          <a:xfrm>
            <a:off x="1756159" y="2184061"/>
            <a:ext cx="534004" cy="741350"/>
            <a:chOff x="1531640" y="1275606"/>
            <a:chExt cx="534004" cy="741350"/>
          </a:xfrm>
        </p:grpSpPr>
        <p:pic>
          <p:nvPicPr>
            <p:cNvPr id="108" name="Google Shape;10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01293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2"/>
            <p:cNvSpPr txBox="1"/>
            <p:nvPr/>
          </p:nvSpPr>
          <p:spPr>
            <a:xfrm flipH="1">
              <a:off x="1531640" y="1739957"/>
              <a:ext cx="5340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고객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3441154" y="3810044"/>
            <a:ext cx="1347450" cy="884735"/>
            <a:chOff x="1475656" y="2129742"/>
            <a:chExt cx="1347450" cy="884735"/>
          </a:xfrm>
        </p:grpSpPr>
        <p:sp>
          <p:nvSpPr>
            <p:cNvPr id="111" name="Google Shape;111;p2"/>
            <p:cNvSpPr/>
            <p:nvPr/>
          </p:nvSpPr>
          <p:spPr>
            <a:xfrm>
              <a:off x="1568942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 flipH="1">
              <a:off x="1475656" y="2614367"/>
              <a:ext cx="13474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거스름돈 없을 경우 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7228762" y="3810026"/>
            <a:ext cx="1502275" cy="884735"/>
            <a:chOff x="6433399" y="2129742"/>
            <a:chExt cx="1502275" cy="884735"/>
          </a:xfrm>
        </p:grpSpPr>
        <p:sp>
          <p:nvSpPr>
            <p:cNvPr id="114" name="Google Shape;114;p2"/>
            <p:cNvSpPr/>
            <p:nvPr/>
          </p:nvSpPr>
          <p:spPr>
            <a:xfrm>
              <a:off x="6604097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 flipH="1">
              <a:off x="6433399" y="2614367"/>
              <a:ext cx="15022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투입금액 부족시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5598253" y="2189279"/>
            <a:ext cx="1161121" cy="730925"/>
            <a:chOff x="4199767" y="1500769"/>
            <a:chExt cx="1161121" cy="730925"/>
          </a:xfrm>
        </p:grpSpPr>
        <p:sp>
          <p:nvSpPr>
            <p:cNvPr id="117" name="Google Shape;117;p2"/>
            <p:cNvSpPr/>
            <p:nvPr/>
          </p:nvSpPr>
          <p:spPr>
            <a:xfrm>
              <a:off x="4199888" y="1500769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 flipH="1">
              <a:off x="4199767" y="1985394"/>
              <a:ext cx="1161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구입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5972021" y="3810023"/>
            <a:ext cx="1502275" cy="884735"/>
            <a:chOff x="2949715" y="2142904"/>
            <a:chExt cx="1502275" cy="884735"/>
          </a:xfrm>
        </p:grpSpPr>
        <p:sp>
          <p:nvSpPr>
            <p:cNvPr id="120" name="Google Shape;120;p2"/>
            <p:cNvSpPr/>
            <p:nvPr/>
          </p:nvSpPr>
          <p:spPr>
            <a:xfrm>
              <a:off x="3120413" y="214290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 flipH="1">
              <a:off x="2949715" y="2627529"/>
              <a:ext cx="15022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재고 부족시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4543070" y="3810036"/>
            <a:ext cx="1674486" cy="884735"/>
            <a:chOff x="4578599" y="2129742"/>
            <a:chExt cx="1674486" cy="884735"/>
          </a:xfrm>
        </p:grpSpPr>
        <p:sp>
          <p:nvSpPr>
            <p:cNvPr id="123" name="Google Shape;123;p2"/>
            <p:cNvSpPr/>
            <p:nvPr/>
          </p:nvSpPr>
          <p:spPr>
            <a:xfrm>
              <a:off x="4835403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 flipH="1">
              <a:off x="4578599" y="2614367"/>
              <a:ext cx="16744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구매 취소시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25" name="Google Shape;125;p2"/>
          <p:cNvCxnSpPr>
            <a:stCxn id="108" idx="3"/>
            <a:endCxn id="117" idx="2"/>
          </p:cNvCxnSpPr>
          <p:nvPr/>
        </p:nvCxnSpPr>
        <p:spPr>
          <a:xfrm>
            <a:off x="2197293" y="2416237"/>
            <a:ext cx="3401100" cy="5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none"/>
          </a:ln>
        </p:spPr>
      </p:cxnSp>
      <p:cxnSp>
        <p:nvCxnSpPr>
          <p:cNvPr id="126" name="Google Shape;126;p2"/>
          <p:cNvCxnSpPr/>
          <p:nvPr/>
        </p:nvCxnSpPr>
        <p:spPr>
          <a:xfrm>
            <a:off x="827584" y="4155926"/>
            <a:ext cx="1512168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27" name="Google Shape;127;p2"/>
          <p:cNvCxnSpPr>
            <a:stCxn id="120" idx="0"/>
            <a:endCxn id="118" idx="0"/>
          </p:cNvCxnSpPr>
          <p:nvPr/>
        </p:nvCxnSpPr>
        <p:spPr>
          <a:xfrm rot="10800000">
            <a:off x="6178659" y="2673923"/>
            <a:ext cx="544500" cy="1136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28" name="Google Shape;128;p2"/>
          <p:cNvSpPr txBox="1"/>
          <p:nvPr/>
        </p:nvSpPr>
        <p:spPr>
          <a:xfrm>
            <a:off x="6060690" y="3212656"/>
            <a:ext cx="116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</a:t>
            </a: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5964331" y="1780975"/>
            <a:ext cx="142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0" name="Google Shape;130;p2"/>
          <p:cNvCxnSpPr>
            <a:stCxn id="118" idx="0"/>
            <a:endCxn id="111" idx="0"/>
          </p:cNvCxnSpPr>
          <p:nvPr/>
        </p:nvCxnSpPr>
        <p:spPr>
          <a:xfrm flipH="1">
            <a:off x="4114754" y="2673904"/>
            <a:ext cx="2064000" cy="1136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31" name="Google Shape;131;p2"/>
          <p:cNvCxnSpPr>
            <a:stCxn id="123" idx="0"/>
            <a:endCxn id="118" idx="0"/>
          </p:cNvCxnSpPr>
          <p:nvPr/>
        </p:nvCxnSpPr>
        <p:spPr>
          <a:xfrm flipH="1" rot="10800000">
            <a:off x="5380313" y="2673936"/>
            <a:ext cx="798300" cy="1136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32" name="Google Shape;132;p2"/>
          <p:cNvSpPr txBox="1"/>
          <p:nvPr/>
        </p:nvSpPr>
        <p:spPr>
          <a:xfrm>
            <a:off x="4920966" y="3212656"/>
            <a:ext cx="125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3" name="Google Shape;133;p2"/>
          <p:cNvCxnSpPr>
            <a:stCxn id="114" idx="0"/>
            <a:endCxn id="118" idx="0"/>
          </p:cNvCxnSpPr>
          <p:nvPr/>
        </p:nvCxnSpPr>
        <p:spPr>
          <a:xfrm rot="10800000">
            <a:off x="6178700" y="2673926"/>
            <a:ext cx="1801200" cy="1136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34" name="Google Shape;134;p2"/>
          <p:cNvSpPr txBox="1"/>
          <p:nvPr/>
        </p:nvSpPr>
        <p:spPr>
          <a:xfrm>
            <a:off x="7120028" y="3212656"/>
            <a:ext cx="125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5" name="Google Shape;135;p2"/>
          <p:cNvGrpSpPr/>
          <p:nvPr/>
        </p:nvGrpSpPr>
        <p:grpSpPr>
          <a:xfrm>
            <a:off x="5427608" y="989709"/>
            <a:ext cx="1502400" cy="730925"/>
            <a:chOff x="4664580" y="3103735"/>
            <a:chExt cx="1502400" cy="730925"/>
          </a:xfrm>
        </p:grpSpPr>
        <p:sp>
          <p:nvSpPr>
            <p:cNvPr id="136" name="Google Shape;136;p2"/>
            <p:cNvSpPr/>
            <p:nvPr/>
          </p:nvSpPr>
          <p:spPr>
            <a:xfrm>
              <a:off x="4835403" y="3103735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 flipH="1">
              <a:off x="4664580" y="3588360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운영모드로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8" name="Google Shape;138;p2"/>
          <p:cNvSpPr txBox="1"/>
          <p:nvPr/>
        </p:nvSpPr>
        <p:spPr>
          <a:xfrm>
            <a:off x="3647606" y="3212656"/>
            <a:ext cx="142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9" name="Google Shape;139;p2"/>
          <p:cNvCxnSpPr>
            <a:stCxn id="117" idx="0"/>
            <a:endCxn id="137" idx="0"/>
          </p:cNvCxnSpPr>
          <p:nvPr/>
        </p:nvCxnSpPr>
        <p:spPr>
          <a:xfrm rot="10800000">
            <a:off x="6178875" y="1474379"/>
            <a:ext cx="0" cy="714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9c68e30a8_0_0"/>
          <p:cNvSpPr/>
          <p:nvPr/>
        </p:nvSpPr>
        <p:spPr>
          <a:xfrm>
            <a:off x="3579000" y="918350"/>
            <a:ext cx="5207700" cy="403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g3f9c68e30a8_0_0"/>
          <p:cNvSpPr txBox="1"/>
          <p:nvPr>
            <p:ph type="title"/>
          </p:nvPr>
        </p:nvSpPr>
        <p:spPr>
          <a:xfrm>
            <a:off x="356400" y="-1229"/>
            <a:ext cx="8430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  <p:grpSp>
        <p:nvGrpSpPr>
          <p:cNvPr id="146" name="Google Shape;146;g3f9c68e30a8_0_0"/>
          <p:cNvGrpSpPr/>
          <p:nvPr/>
        </p:nvGrpSpPr>
        <p:grpSpPr>
          <a:xfrm>
            <a:off x="2414532" y="2566576"/>
            <a:ext cx="660000" cy="741251"/>
            <a:chOff x="2967973" y="1275606"/>
            <a:chExt cx="660000" cy="741251"/>
          </a:xfrm>
        </p:grpSpPr>
        <p:pic>
          <p:nvPicPr>
            <p:cNvPr id="147" name="Google Shape;147;g3f9c68e30a8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12228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g3f9c68e30a8_0_0"/>
            <p:cNvSpPr txBox="1"/>
            <p:nvPr/>
          </p:nvSpPr>
          <p:spPr>
            <a:xfrm flipH="1">
              <a:off x="2967973" y="1739957"/>
              <a:ext cx="660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관리자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9" name="Google Shape;149;g3f9c68e30a8_0_0"/>
          <p:cNvGrpSpPr/>
          <p:nvPr/>
        </p:nvGrpSpPr>
        <p:grpSpPr>
          <a:xfrm>
            <a:off x="7194449" y="2431082"/>
            <a:ext cx="1609800" cy="928500"/>
            <a:chOff x="6379580" y="1070919"/>
            <a:chExt cx="1609800" cy="928500"/>
          </a:xfrm>
        </p:grpSpPr>
        <p:sp>
          <p:nvSpPr>
            <p:cNvPr id="150" name="Google Shape;150;g3f9c68e30a8_0_0"/>
            <p:cNvSpPr/>
            <p:nvPr/>
          </p:nvSpPr>
          <p:spPr>
            <a:xfrm>
              <a:off x="6550297" y="1070919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1" name="Google Shape;151;g3f9c68e30a8_0_0"/>
            <p:cNvSpPr txBox="1"/>
            <p:nvPr/>
          </p:nvSpPr>
          <p:spPr>
            <a:xfrm flipH="1">
              <a:off x="6379580" y="1753119"/>
              <a:ext cx="1609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1일 거래량 출력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2" name="Google Shape;152;g3f9c68e30a8_0_0"/>
          <p:cNvGrpSpPr/>
          <p:nvPr/>
        </p:nvGrpSpPr>
        <p:grpSpPr>
          <a:xfrm>
            <a:off x="4615039" y="1809584"/>
            <a:ext cx="1502400" cy="464400"/>
            <a:chOff x="2949590" y="3492472"/>
            <a:chExt cx="1502400" cy="464400"/>
          </a:xfrm>
        </p:grpSpPr>
        <p:sp>
          <p:nvSpPr>
            <p:cNvPr id="153" name="Google Shape;153;g3f9c68e30a8_0_0"/>
            <p:cNvSpPr/>
            <p:nvPr/>
          </p:nvSpPr>
          <p:spPr>
            <a:xfrm>
              <a:off x="3120313" y="349247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4" name="Google Shape;154;g3f9c68e30a8_0_0"/>
            <p:cNvSpPr txBox="1"/>
            <p:nvPr/>
          </p:nvSpPr>
          <p:spPr>
            <a:xfrm flipH="1">
              <a:off x="2949590" y="3601522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5" name="Google Shape;155;g3f9c68e30a8_0_0"/>
          <p:cNvGrpSpPr/>
          <p:nvPr/>
        </p:nvGrpSpPr>
        <p:grpSpPr>
          <a:xfrm>
            <a:off x="6955836" y="1150819"/>
            <a:ext cx="1638000" cy="730925"/>
            <a:chOff x="4596783" y="1268494"/>
            <a:chExt cx="1638000" cy="730925"/>
          </a:xfrm>
        </p:grpSpPr>
        <p:sp>
          <p:nvSpPr>
            <p:cNvPr id="156" name="Google Shape;156;g3f9c68e30a8_0_0"/>
            <p:cNvSpPr/>
            <p:nvPr/>
          </p:nvSpPr>
          <p:spPr>
            <a:xfrm>
              <a:off x="4835403" y="126849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7" name="Google Shape;157;g3f9c68e30a8_0_0"/>
            <p:cNvSpPr txBox="1"/>
            <p:nvPr/>
          </p:nvSpPr>
          <p:spPr>
            <a:xfrm flipH="1">
              <a:off x="4596783" y="1753119"/>
              <a:ext cx="1638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가격 수정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8" name="Google Shape;158;g3f9c68e30a8_0_0"/>
          <p:cNvGrpSpPr/>
          <p:nvPr/>
        </p:nvGrpSpPr>
        <p:grpSpPr>
          <a:xfrm>
            <a:off x="4572008" y="3338496"/>
            <a:ext cx="1502400" cy="730925"/>
            <a:chOff x="4664580" y="3103735"/>
            <a:chExt cx="1502400" cy="730925"/>
          </a:xfrm>
        </p:grpSpPr>
        <p:sp>
          <p:nvSpPr>
            <p:cNvPr id="159" name="Google Shape;159;g3f9c68e30a8_0_0"/>
            <p:cNvSpPr/>
            <p:nvPr/>
          </p:nvSpPr>
          <p:spPr>
            <a:xfrm>
              <a:off x="4835403" y="3103735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0" name="Google Shape;160;g3f9c68e30a8_0_0"/>
            <p:cNvSpPr txBox="1"/>
            <p:nvPr/>
          </p:nvSpPr>
          <p:spPr>
            <a:xfrm flipH="1">
              <a:off x="4664580" y="3588360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운영모드로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61" name="Google Shape;161;g3f9c68e30a8_0_0"/>
          <p:cNvCxnSpPr>
            <a:stCxn id="150" idx="2"/>
            <a:endCxn id="153" idx="6"/>
          </p:cNvCxnSpPr>
          <p:nvPr/>
        </p:nvCxnSpPr>
        <p:spPr>
          <a:xfrm rot="10800000">
            <a:off x="5946766" y="2041682"/>
            <a:ext cx="14184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g3f9c68e30a8_0_0"/>
          <p:cNvCxnSpPr>
            <a:stCxn id="147" idx="3"/>
            <a:endCxn id="153" idx="2"/>
          </p:cNvCxnSpPr>
          <p:nvPr/>
        </p:nvCxnSpPr>
        <p:spPr>
          <a:xfrm flipH="1" rot="10800000">
            <a:off x="2930268" y="2041851"/>
            <a:ext cx="1855500" cy="756900"/>
          </a:xfrm>
          <a:prstGeom prst="straightConnector1">
            <a:avLst/>
          </a:prstGeom>
          <a:noFill/>
          <a:ln cap="flat" cmpd="sng" w="13925">
            <a:solidFill>
              <a:schemeClr val="accent1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163" name="Google Shape;163;g3f9c68e30a8_0_0"/>
          <p:cNvSpPr txBox="1"/>
          <p:nvPr/>
        </p:nvSpPr>
        <p:spPr>
          <a:xfrm>
            <a:off x="6117453" y="2273975"/>
            <a:ext cx="125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g3f9c68e30a8_0_0"/>
          <p:cNvSpPr txBox="1"/>
          <p:nvPr/>
        </p:nvSpPr>
        <p:spPr>
          <a:xfrm>
            <a:off x="6027028" y="1389138"/>
            <a:ext cx="125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5" name="Google Shape;165;g3f9c68e30a8_0_0"/>
          <p:cNvCxnSpPr>
            <a:stCxn id="147" idx="3"/>
            <a:endCxn id="159" idx="2"/>
          </p:cNvCxnSpPr>
          <p:nvPr/>
        </p:nvCxnSpPr>
        <p:spPr>
          <a:xfrm>
            <a:off x="2930268" y="2798751"/>
            <a:ext cx="1812600" cy="771900"/>
          </a:xfrm>
          <a:prstGeom prst="straightConnector1">
            <a:avLst/>
          </a:prstGeom>
          <a:noFill/>
          <a:ln cap="flat" cmpd="sng" w="13925">
            <a:solidFill>
              <a:schemeClr val="accent1"/>
            </a:solidFill>
            <a:prstDash val="solid"/>
            <a:round/>
            <a:headEnd len="sm" w="sm" type="none"/>
            <a:tailEnd len="med" w="med" type="none"/>
          </a:ln>
        </p:spPr>
      </p:cxnSp>
      <p:cxnSp>
        <p:nvCxnSpPr>
          <p:cNvPr id="166" name="Google Shape;166;g3f9c68e30a8_0_0"/>
          <p:cNvCxnSpPr>
            <a:stCxn id="153" idx="6"/>
            <a:endCxn id="156" idx="2"/>
          </p:cNvCxnSpPr>
          <p:nvPr/>
        </p:nvCxnSpPr>
        <p:spPr>
          <a:xfrm flipH="1" rot="10800000">
            <a:off x="5946762" y="1382984"/>
            <a:ext cx="1247700" cy="65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2021-01-19T01:45:28Z</dcterms:created>
  <dc:creator>강혜진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6" name="FLCMData">
    <vt:lpwstr>E1AE2D398CAC0C3C2F94AEB65746F46A619CD56D293C3557FA82FA8429584F1D4156720A9E6973378DA18241AAC819C23FED38C42CE9794F7AA024A4C6B1C94E</vt:lpwstr>
  </property>
</Properties>
</file>
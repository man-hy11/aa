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hcX4PXxhjFrghNzKKR2vDbEtfC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9b474fd2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f9b474fd2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사용자 지정 레이아웃">
  <p:cSld name="2_사용자 지정 레이아웃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/>
          <p:nvPr>
            <p:ph type="title"/>
          </p:nvPr>
        </p:nvSpPr>
        <p:spPr>
          <a:xfrm>
            <a:off x="356400" y="-1229"/>
            <a:ext cx="8430220" cy="531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  <a:defRPr b="1" sz="2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51520" y="779180"/>
            <a:ext cx="8712968" cy="375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0360" lvl="0" marL="45720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  <a:defRPr sz="16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2639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Arial"/>
              <a:buChar char="•"/>
              <a:defRPr sz="1400"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1242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20"/>
              <a:buFont typeface="Arial"/>
              <a:buChar char="•"/>
              <a:defRPr sz="1200"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01943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Arial"/>
              <a:buChar char="•"/>
              <a:defRPr sz="105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8448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80"/>
              <a:buFont typeface="Arial"/>
              <a:buChar char="•"/>
              <a:defRPr sz="800"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844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>
            <p:ph type="title"/>
          </p:nvPr>
        </p:nvSpPr>
        <p:spPr>
          <a:xfrm>
            <a:off x="676386" y="2005191"/>
            <a:ext cx="7772400" cy="7140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Malgun Gothic"/>
              <a:buNone/>
              <a:defRPr b="1" sz="4600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76386" y="1493150"/>
            <a:ext cx="7772400" cy="49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2575244" y="2787774"/>
            <a:ext cx="3888432" cy="432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Clr>
                <a:srgbClr val="00FFFF"/>
              </a:buClr>
              <a:buSzPts val="1800"/>
              <a:buNone/>
              <a:defRPr sz="1800">
                <a:solidFill>
                  <a:srgbClr val="00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516" y="4639216"/>
            <a:ext cx="980969" cy="211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bg>
      <p:bgPr>
        <a:solidFill>
          <a:srgbClr val="52578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1977070" y="420458"/>
            <a:ext cx="5231360" cy="72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  <a:defRPr b="0" sz="3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11560" y="1635646"/>
            <a:ext cx="7560840" cy="309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algun Gothic"/>
              <a:buAutoNum type="arabicPeriod"/>
              <a:defRPr b="1" sz="20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30200" lvl="1" marL="9144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lgun Gothic"/>
              <a:buAutoNum type="arabicPeriod"/>
              <a:defRPr sz="1600">
                <a:solidFill>
                  <a:srgbClr val="1E1E2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17500" lvl="2" marL="1371600" algn="l">
              <a:lnSpc>
                <a:spcPct val="13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lgun Gothic"/>
              <a:buAutoNum type="arabicPeriod"/>
              <a:defRPr sz="1400">
                <a:solidFill>
                  <a:srgbClr val="1E1E2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04800" lvl="3" marL="1828800" algn="l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AutoNum type="arabicPeriod"/>
              <a:defRPr sz="120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92100" lvl="4" marL="228600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AutoNum type="arabicPeriod"/>
              <a:defRPr sz="1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657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2928428" y="1821831"/>
            <a:ext cx="4492362" cy="533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Malgun Gothic"/>
              <a:buNone/>
              <a:defRPr b="1" sz="3200">
                <a:solidFill>
                  <a:srgbClr val="00206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1_사용자 지정 레이아웃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516" y="4639216"/>
            <a:ext cx="980969" cy="21158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>
            <p:ph idx="1" type="body"/>
          </p:nvPr>
        </p:nvSpPr>
        <p:spPr>
          <a:xfrm>
            <a:off x="251520" y="779180"/>
            <a:ext cx="8712968" cy="375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0000" lvl="0" marL="271463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</a:pPr>
            <a:r>
              <a:rPr lang="ko-KR" sz="1600"/>
              <a:t>Ex1. 음료수 자판기 컨트롤러 예제에서 아래와 같이 Actor과 Use Case를 식별했다고 가정합니다. </a:t>
            </a:r>
            <a:endParaRPr/>
          </a:p>
          <a:p>
            <a:pPr indent="-180000" lvl="0" marL="271463" rtl="0" algn="l">
              <a:lnSpc>
                <a:spcPct val="120000"/>
              </a:lnSpc>
              <a:spcBef>
                <a:spcPts val="82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</a:pPr>
            <a:r>
              <a:rPr lang="ko-KR" sz="1600"/>
              <a:t>식별된 Actor와 Use Case간의 관계(Include/Extend Relationship)를 적절히 설계하여, </a:t>
            </a:r>
            <a:br>
              <a:rPr lang="ko-KR" sz="1600"/>
            </a:br>
            <a:r>
              <a:rPr lang="ko-KR" sz="1600"/>
              <a:t>Ex1. 의 초기 요구사항을 수용할 수 있는Use Case Diagram을 완성하세요</a:t>
            </a:r>
            <a:endParaRPr/>
          </a:p>
          <a:p>
            <a:pPr indent="-180000" lvl="0" marL="271463" rtl="0" algn="l">
              <a:lnSpc>
                <a:spcPct val="120000"/>
              </a:lnSpc>
              <a:spcBef>
                <a:spcPts val="82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</a:pPr>
            <a:r>
              <a:rPr lang="ko-KR" sz="1600"/>
              <a:t>아래 제시된 Use Case 외에 다른 Use Case는 없습니다.</a:t>
            </a:r>
            <a:endParaRPr/>
          </a:p>
        </p:txBody>
      </p:sp>
      <p:sp>
        <p:nvSpPr>
          <p:cNvPr id="44" name="Google Shape;44;p1"/>
          <p:cNvSpPr txBox="1"/>
          <p:nvPr>
            <p:ph type="title"/>
          </p:nvPr>
        </p:nvSpPr>
        <p:spPr>
          <a:xfrm>
            <a:off x="356400" y="-1229"/>
            <a:ext cx="8430220" cy="531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</a:pPr>
            <a:r>
              <a:rPr lang="ko-KR"/>
              <a:t>Ex2. Use Case Diagram 완성하기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9b474fd26_0_0"/>
          <p:cNvSpPr/>
          <p:nvPr/>
        </p:nvSpPr>
        <p:spPr>
          <a:xfrm>
            <a:off x="1438750" y="530400"/>
            <a:ext cx="4755900" cy="461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latin typeface="Malgun Gothic"/>
                <a:ea typeface="Malgun Gothic"/>
                <a:cs typeface="Malgun Gothic"/>
                <a:sym typeface="Malgun Gothic"/>
              </a:rPr>
              <a:t>음료수 자판기 시스템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0" name="Google Shape;50;g3f9b474fd26_0_0"/>
          <p:cNvGrpSpPr/>
          <p:nvPr/>
        </p:nvGrpSpPr>
        <p:grpSpPr>
          <a:xfrm>
            <a:off x="478119" y="1778701"/>
            <a:ext cx="534000" cy="741251"/>
            <a:chOff x="1531644" y="1275606"/>
            <a:chExt cx="534000" cy="741251"/>
          </a:xfrm>
        </p:grpSpPr>
        <p:pic>
          <p:nvPicPr>
            <p:cNvPr id="51" name="Google Shape;51;g3f9b474fd26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01293" y="1275606"/>
              <a:ext cx="371481" cy="46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" name="Google Shape;52;g3f9b474fd26_0_0"/>
            <p:cNvSpPr txBox="1"/>
            <p:nvPr/>
          </p:nvSpPr>
          <p:spPr>
            <a:xfrm flipH="1">
              <a:off x="1531644" y="1739957"/>
              <a:ext cx="534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고객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3" name="Google Shape;53;g3f9b474fd26_0_0"/>
          <p:cNvGrpSpPr/>
          <p:nvPr/>
        </p:nvGrpSpPr>
        <p:grpSpPr>
          <a:xfrm>
            <a:off x="478125" y="3612497"/>
            <a:ext cx="660000" cy="741251"/>
            <a:chOff x="2107123" y="1275606"/>
            <a:chExt cx="660000" cy="741251"/>
          </a:xfrm>
        </p:grpSpPr>
        <p:pic>
          <p:nvPicPr>
            <p:cNvPr id="54" name="Google Shape;54;g3f9b474fd26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51378" y="1275606"/>
              <a:ext cx="371481" cy="46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" name="Google Shape;55;g3f9b474fd26_0_0"/>
            <p:cNvSpPr txBox="1"/>
            <p:nvPr/>
          </p:nvSpPr>
          <p:spPr>
            <a:xfrm flipH="1">
              <a:off x="2107123" y="1739957"/>
              <a:ext cx="6600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관리자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6" name="Google Shape;56;g3f9b474fd26_0_0"/>
          <p:cNvGrpSpPr/>
          <p:nvPr/>
        </p:nvGrpSpPr>
        <p:grpSpPr>
          <a:xfrm>
            <a:off x="4140420" y="3204283"/>
            <a:ext cx="1502400" cy="730925"/>
            <a:chOff x="2949590" y="3116897"/>
            <a:chExt cx="1502400" cy="730925"/>
          </a:xfrm>
        </p:grpSpPr>
        <p:sp>
          <p:nvSpPr>
            <p:cNvPr id="57" name="Google Shape;57;g3f9b474fd26_0_0"/>
            <p:cNvSpPr/>
            <p:nvPr/>
          </p:nvSpPr>
          <p:spPr>
            <a:xfrm>
              <a:off x="3120413" y="3116897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" name="Google Shape;58;g3f9b474fd26_0_0"/>
            <p:cNvSpPr txBox="1"/>
            <p:nvPr/>
          </p:nvSpPr>
          <p:spPr>
            <a:xfrm flipH="1">
              <a:off x="2949590" y="3601522"/>
              <a:ext cx="1502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관리모드로 전환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9" name="Google Shape;59;g3f9b474fd26_0_0"/>
          <p:cNvGrpSpPr/>
          <p:nvPr/>
        </p:nvGrpSpPr>
        <p:grpSpPr>
          <a:xfrm>
            <a:off x="1735430" y="4084131"/>
            <a:ext cx="1609800" cy="730925"/>
            <a:chOff x="6379580" y="1268494"/>
            <a:chExt cx="1609800" cy="730925"/>
          </a:xfrm>
        </p:grpSpPr>
        <p:sp>
          <p:nvSpPr>
            <p:cNvPr id="60" name="Google Shape;60;g3f9b474fd26_0_0"/>
            <p:cNvSpPr/>
            <p:nvPr/>
          </p:nvSpPr>
          <p:spPr>
            <a:xfrm>
              <a:off x="6604097" y="1268494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1" name="Google Shape;61;g3f9b474fd26_0_0"/>
            <p:cNvSpPr txBox="1"/>
            <p:nvPr/>
          </p:nvSpPr>
          <p:spPr>
            <a:xfrm flipH="1">
              <a:off x="6379580" y="1753119"/>
              <a:ext cx="16098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1일 거래량 출력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2" name="Google Shape;62;g3f9b474fd26_0_0"/>
          <p:cNvGrpSpPr/>
          <p:nvPr/>
        </p:nvGrpSpPr>
        <p:grpSpPr>
          <a:xfrm>
            <a:off x="1770792" y="3265843"/>
            <a:ext cx="1638000" cy="730925"/>
            <a:chOff x="4596783" y="1268494"/>
            <a:chExt cx="1638000" cy="730925"/>
          </a:xfrm>
        </p:grpSpPr>
        <p:sp>
          <p:nvSpPr>
            <p:cNvPr id="63" name="Google Shape;63;g3f9b474fd26_0_0"/>
            <p:cNvSpPr/>
            <p:nvPr/>
          </p:nvSpPr>
          <p:spPr>
            <a:xfrm>
              <a:off x="4835403" y="1268494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4" name="Google Shape;64;g3f9b474fd26_0_0"/>
            <p:cNvSpPr txBox="1"/>
            <p:nvPr/>
          </p:nvSpPr>
          <p:spPr>
            <a:xfrm flipH="1">
              <a:off x="4596783" y="1753119"/>
              <a:ext cx="1638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가격 수정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5" name="Google Shape;65;g3f9b474fd26_0_0"/>
          <p:cNvGrpSpPr/>
          <p:nvPr/>
        </p:nvGrpSpPr>
        <p:grpSpPr>
          <a:xfrm>
            <a:off x="4041464" y="4099233"/>
            <a:ext cx="1502400" cy="730925"/>
            <a:chOff x="4664580" y="3103735"/>
            <a:chExt cx="1502400" cy="730925"/>
          </a:xfrm>
        </p:grpSpPr>
        <p:sp>
          <p:nvSpPr>
            <p:cNvPr id="66" name="Google Shape;66;g3f9b474fd26_0_0"/>
            <p:cNvSpPr/>
            <p:nvPr/>
          </p:nvSpPr>
          <p:spPr>
            <a:xfrm>
              <a:off x="4835403" y="3103735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7" name="Google Shape;67;g3f9b474fd26_0_0"/>
            <p:cNvSpPr txBox="1"/>
            <p:nvPr/>
          </p:nvSpPr>
          <p:spPr>
            <a:xfrm flipH="1">
              <a:off x="4664580" y="3588360"/>
              <a:ext cx="1502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운영모드로 전환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68" name="Google Shape;68;g3f9b474fd26_0_0"/>
          <p:cNvCxnSpPr>
            <a:stCxn id="54" idx="3"/>
            <a:endCxn id="63" idx="2"/>
          </p:cNvCxnSpPr>
          <p:nvPr/>
        </p:nvCxnSpPr>
        <p:spPr>
          <a:xfrm flipH="1" rot="10800000">
            <a:off x="993861" y="3498172"/>
            <a:ext cx="1015500" cy="3465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9" name="Google Shape;69;g3f9b474fd26_0_0"/>
          <p:cNvCxnSpPr>
            <a:stCxn id="66" idx="6"/>
            <a:endCxn id="66" idx="6"/>
          </p:cNvCxnSpPr>
          <p:nvPr/>
        </p:nvCxnSpPr>
        <p:spPr>
          <a:xfrm>
            <a:off x="5373287" y="4331433"/>
            <a:ext cx="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0" name="Google Shape;70;g3f9b474fd26_0_0"/>
          <p:cNvCxnSpPr>
            <a:stCxn id="54" idx="3"/>
            <a:endCxn id="60" idx="2"/>
          </p:cNvCxnSpPr>
          <p:nvPr/>
        </p:nvCxnSpPr>
        <p:spPr>
          <a:xfrm>
            <a:off x="993861" y="3844672"/>
            <a:ext cx="966000" cy="4716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descr="extend" id="71" name="Google Shape;71;g3f9b474fd26_0_0"/>
          <p:cNvCxnSpPr>
            <a:stCxn id="63" idx="6"/>
            <a:endCxn id="57" idx="2"/>
          </p:cNvCxnSpPr>
          <p:nvPr/>
        </p:nvCxnSpPr>
        <p:spPr>
          <a:xfrm flipH="1" rot="10800000">
            <a:off x="3170412" y="3436543"/>
            <a:ext cx="1140900" cy="615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grpSp>
        <p:nvGrpSpPr>
          <p:cNvPr id="72" name="Google Shape;72;g3f9b474fd26_0_0"/>
          <p:cNvGrpSpPr/>
          <p:nvPr/>
        </p:nvGrpSpPr>
        <p:grpSpPr>
          <a:xfrm>
            <a:off x="1825247" y="1788697"/>
            <a:ext cx="1161121" cy="730925"/>
            <a:chOff x="3120292" y="1268494"/>
            <a:chExt cx="1161121" cy="730925"/>
          </a:xfrm>
        </p:grpSpPr>
        <p:sp>
          <p:nvSpPr>
            <p:cNvPr id="73" name="Google Shape;73;g3f9b474fd26_0_0"/>
            <p:cNvSpPr/>
            <p:nvPr/>
          </p:nvSpPr>
          <p:spPr>
            <a:xfrm>
              <a:off x="3120413" y="1268494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4" name="Google Shape;74;g3f9b474fd26_0_0"/>
            <p:cNvSpPr txBox="1"/>
            <p:nvPr/>
          </p:nvSpPr>
          <p:spPr>
            <a:xfrm flipH="1">
              <a:off x="3120292" y="1753119"/>
              <a:ext cx="1161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구입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5" name="Google Shape;75;g3f9b474fd26_0_0"/>
          <p:cNvGrpSpPr/>
          <p:nvPr/>
        </p:nvGrpSpPr>
        <p:grpSpPr>
          <a:xfrm>
            <a:off x="2449306" y="886659"/>
            <a:ext cx="1778100" cy="710914"/>
            <a:chOff x="1208955" y="2129742"/>
            <a:chExt cx="1778100" cy="710914"/>
          </a:xfrm>
        </p:grpSpPr>
        <p:sp>
          <p:nvSpPr>
            <p:cNvPr id="76" name="Google Shape;76;g3f9b474fd26_0_0"/>
            <p:cNvSpPr/>
            <p:nvPr/>
          </p:nvSpPr>
          <p:spPr>
            <a:xfrm>
              <a:off x="1568942" y="2129742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7" name="Google Shape;77;g3f9b474fd26_0_0"/>
            <p:cNvSpPr txBox="1"/>
            <p:nvPr/>
          </p:nvSpPr>
          <p:spPr>
            <a:xfrm flipH="1">
              <a:off x="1208955" y="2609956"/>
              <a:ext cx="17781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거스름돈 없을 경우 처리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8" name="Google Shape;78;g3f9b474fd26_0_0"/>
          <p:cNvGrpSpPr/>
          <p:nvPr/>
        </p:nvGrpSpPr>
        <p:grpSpPr>
          <a:xfrm>
            <a:off x="4455949" y="1945899"/>
            <a:ext cx="1502400" cy="715325"/>
            <a:chOff x="6433274" y="2129742"/>
            <a:chExt cx="1502400" cy="715325"/>
          </a:xfrm>
        </p:grpSpPr>
        <p:sp>
          <p:nvSpPr>
            <p:cNvPr id="79" name="Google Shape;79;g3f9b474fd26_0_0"/>
            <p:cNvSpPr/>
            <p:nvPr/>
          </p:nvSpPr>
          <p:spPr>
            <a:xfrm>
              <a:off x="6440322" y="2129742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0" name="Google Shape;80;g3f9b474fd26_0_0"/>
            <p:cNvSpPr txBox="1"/>
            <p:nvPr/>
          </p:nvSpPr>
          <p:spPr>
            <a:xfrm flipH="1">
              <a:off x="6433274" y="2614367"/>
              <a:ext cx="15024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투입금액 부족시 처리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81" name="Google Shape;81;g3f9b474fd26_0_0"/>
          <p:cNvGrpSpPr/>
          <p:nvPr/>
        </p:nvGrpSpPr>
        <p:grpSpPr>
          <a:xfrm>
            <a:off x="4048276" y="1225721"/>
            <a:ext cx="1502400" cy="715325"/>
            <a:chOff x="2949590" y="2142904"/>
            <a:chExt cx="1502400" cy="715325"/>
          </a:xfrm>
        </p:grpSpPr>
        <p:sp>
          <p:nvSpPr>
            <p:cNvPr id="82" name="Google Shape;82;g3f9b474fd26_0_0"/>
            <p:cNvSpPr/>
            <p:nvPr/>
          </p:nvSpPr>
          <p:spPr>
            <a:xfrm>
              <a:off x="3120413" y="2142904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3" name="Google Shape;83;g3f9b474fd26_0_0"/>
            <p:cNvSpPr txBox="1"/>
            <p:nvPr/>
          </p:nvSpPr>
          <p:spPr>
            <a:xfrm flipH="1">
              <a:off x="2949590" y="2627529"/>
              <a:ext cx="15024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재고 부족시 처리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84" name="Google Shape;84;g3f9b474fd26_0_0"/>
          <p:cNvGrpSpPr/>
          <p:nvPr/>
        </p:nvGrpSpPr>
        <p:grpSpPr>
          <a:xfrm>
            <a:off x="2944254" y="2324921"/>
            <a:ext cx="1674600" cy="715325"/>
            <a:chOff x="4578485" y="2129742"/>
            <a:chExt cx="1674600" cy="715325"/>
          </a:xfrm>
        </p:grpSpPr>
        <p:sp>
          <p:nvSpPr>
            <p:cNvPr id="85" name="Google Shape;85;g3f9b474fd26_0_0"/>
            <p:cNvSpPr/>
            <p:nvPr/>
          </p:nvSpPr>
          <p:spPr>
            <a:xfrm>
              <a:off x="4835403" y="2129742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6" name="Google Shape;86;g3f9b474fd26_0_0"/>
            <p:cNvSpPr txBox="1"/>
            <p:nvPr/>
          </p:nvSpPr>
          <p:spPr>
            <a:xfrm flipH="1">
              <a:off x="4578485" y="2614367"/>
              <a:ext cx="16746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9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구매 취소시 처리</a:t>
              </a:r>
              <a:endParaRPr b="0" i="0" sz="9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87" name="Google Shape;87;g3f9b474fd26_0_0"/>
          <p:cNvCxnSpPr>
            <a:stCxn id="77" idx="0"/>
            <a:endCxn id="73" idx="6"/>
          </p:cNvCxnSpPr>
          <p:nvPr/>
        </p:nvCxnSpPr>
        <p:spPr>
          <a:xfrm flipH="1">
            <a:off x="2986456" y="1366873"/>
            <a:ext cx="351900" cy="654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8" name="Google Shape;88;g3f9b474fd26_0_0"/>
          <p:cNvCxnSpPr>
            <a:stCxn id="85" idx="1"/>
            <a:endCxn id="73" idx="6"/>
          </p:cNvCxnSpPr>
          <p:nvPr/>
        </p:nvCxnSpPr>
        <p:spPr>
          <a:xfrm rot="10800000">
            <a:off x="2986296" y="2020931"/>
            <a:ext cx="384900" cy="372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9" name="Google Shape;89;g3f9b474fd26_0_0"/>
          <p:cNvCxnSpPr>
            <a:stCxn id="82" idx="2"/>
            <a:endCxn id="73" idx="6"/>
          </p:cNvCxnSpPr>
          <p:nvPr/>
        </p:nvCxnSpPr>
        <p:spPr>
          <a:xfrm flipH="1">
            <a:off x="2986399" y="1457921"/>
            <a:ext cx="1232700" cy="563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90" name="Google Shape;90;g3f9b474fd26_0_0"/>
          <p:cNvCxnSpPr>
            <a:stCxn id="79" idx="2"/>
            <a:endCxn id="73" idx="6"/>
          </p:cNvCxnSpPr>
          <p:nvPr/>
        </p:nvCxnSpPr>
        <p:spPr>
          <a:xfrm rot="10800000">
            <a:off x="2986397" y="2020899"/>
            <a:ext cx="1476600" cy="1572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91" name="Google Shape;91;g3f9b474fd26_0_0"/>
          <p:cNvSpPr txBox="1"/>
          <p:nvPr/>
        </p:nvSpPr>
        <p:spPr>
          <a:xfrm>
            <a:off x="2620826" y="1566273"/>
            <a:ext cx="94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g3f9b474fd26_0_0"/>
          <p:cNvSpPr txBox="1"/>
          <p:nvPr/>
        </p:nvSpPr>
        <p:spPr>
          <a:xfrm>
            <a:off x="3406000" y="1509948"/>
            <a:ext cx="82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g3f9b474fd26_0_0"/>
          <p:cNvSpPr txBox="1"/>
          <p:nvPr/>
        </p:nvSpPr>
        <p:spPr>
          <a:xfrm>
            <a:off x="3455197" y="1938610"/>
            <a:ext cx="78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" name="Google Shape;94;g3f9b474fd26_0_0"/>
          <p:cNvSpPr txBox="1"/>
          <p:nvPr/>
        </p:nvSpPr>
        <p:spPr>
          <a:xfrm>
            <a:off x="2821523" y="2078648"/>
            <a:ext cx="858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95" name="Google Shape;95;g3f9b474fd26_0_0"/>
          <p:cNvCxnSpPr>
            <a:stCxn id="51" idx="3"/>
          </p:cNvCxnSpPr>
          <p:nvPr/>
        </p:nvCxnSpPr>
        <p:spPr>
          <a:xfrm>
            <a:off x="919249" y="2010876"/>
            <a:ext cx="906000" cy="297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descr="extend" id="96" name="Google Shape;96;g3f9b474fd26_0_0"/>
          <p:cNvCxnSpPr>
            <a:stCxn id="60" idx="6"/>
            <a:endCxn id="57" idx="2"/>
          </p:cNvCxnSpPr>
          <p:nvPr/>
        </p:nvCxnSpPr>
        <p:spPr>
          <a:xfrm flipH="1" rot="10800000">
            <a:off x="3120947" y="3436431"/>
            <a:ext cx="1190400" cy="8799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97" name="Google Shape;97;g3f9b474fd26_0_0"/>
          <p:cNvSpPr txBox="1"/>
          <p:nvPr/>
        </p:nvSpPr>
        <p:spPr>
          <a:xfrm>
            <a:off x="3408810" y="3485173"/>
            <a:ext cx="96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</a:t>
            </a: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include&gt;&gt;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descr="extend" id="98" name="Google Shape;98;g3f9b474fd26_0_0"/>
          <p:cNvCxnSpPr>
            <a:stCxn id="63" idx="6"/>
            <a:endCxn id="66" idx="2"/>
          </p:cNvCxnSpPr>
          <p:nvPr/>
        </p:nvCxnSpPr>
        <p:spPr>
          <a:xfrm>
            <a:off x="3170412" y="3498043"/>
            <a:ext cx="1041900" cy="8334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descr="extend" id="99" name="Google Shape;99;g3f9b474fd26_0_0"/>
          <p:cNvCxnSpPr>
            <a:stCxn id="60" idx="6"/>
            <a:endCxn id="66" idx="2"/>
          </p:cNvCxnSpPr>
          <p:nvPr/>
        </p:nvCxnSpPr>
        <p:spPr>
          <a:xfrm>
            <a:off x="3120947" y="4316331"/>
            <a:ext cx="1091400" cy="15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00" name="Google Shape;100;g3f9b474fd26_0_0"/>
          <p:cNvSpPr txBox="1"/>
          <p:nvPr/>
        </p:nvSpPr>
        <p:spPr>
          <a:xfrm>
            <a:off x="3376875" y="4380948"/>
            <a:ext cx="94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</a:t>
            </a: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include&gt;&gt;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g3f9b474fd26_0_0"/>
          <p:cNvSpPr txBox="1"/>
          <p:nvPr/>
        </p:nvSpPr>
        <p:spPr>
          <a:xfrm>
            <a:off x="2940385" y="4034960"/>
            <a:ext cx="96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&lt;&lt;include&gt;&gt;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02;g3f9b474fd26_0_0"/>
          <p:cNvSpPr txBox="1"/>
          <p:nvPr/>
        </p:nvSpPr>
        <p:spPr>
          <a:xfrm>
            <a:off x="3061885" y="3689173"/>
            <a:ext cx="96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&lt;&lt;include&gt;&gt;</a:t>
            </a:r>
            <a:endParaRPr sz="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" name="Google Shape;103;g3f9b474fd26_0_0"/>
          <p:cNvSpPr txBox="1"/>
          <p:nvPr>
            <p:ph type="title"/>
          </p:nvPr>
        </p:nvSpPr>
        <p:spPr>
          <a:xfrm>
            <a:off x="356400" y="-1229"/>
            <a:ext cx="8430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</a:pPr>
            <a:r>
              <a:rPr lang="ko-KR"/>
              <a:t>Ex2. Use Case Diagram 완성하기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type="title"/>
          </p:nvPr>
        </p:nvSpPr>
        <p:spPr>
          <a:xfrm>
            <a:off x="356400" y="-1229"/>
            <a:ext cx="8430220" cy="531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</a:pPr>
            <a:r>
              <a:rPr lang="ko-KR"/>
              <a:t>Ex2. Use Case Diagram 완성하기</a:t>
            </a:r>
            <a:endParaRPr/>
          </a:p>
        </p:txBody>
      </p:sp>
      <p:grpSp>
        <p:nvGrpSpPr>
          <p:cNvPr id="109" name="Google Shape;109;p2"/>
          <p:cNvGrpSpPr/>
          <p:nvPr/>
        </p:nvGrpSpPr>
        <p:grpSpPr>
          <a:xfrm>
            <a:off x="832009" y="1224901"/>
            <a:ext cx="534004" cy="741350"/>
            <a:chOff x="1531640" y="1275606"/>
            <a:chExt cx="534004" cy="741350"/>
          </a:xfrm>
        </p:grpSpPr>
        <p:pic>
          <p:nvPicPr>
            <p:cNvPr id="110" name="Google Shape;110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01293" y="1275606"/>
              <a:ext cx="371481" cy="46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2"/>
            <p:cNvSpPr txBox="1"/>
            <p:nvPr/>
          </p:nvSpPr>
          <p:spPr>
            <a:xfrm flipH="1">
              <a:off x="1531640" y="1739957"/>
              <a:ext cx="5340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고객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757396" y="2359876"/>
            <a:ext cx="660011" cy="741350"/>
            <a:chOff x="2107112" y="1275606"/>
            <a:chExt cx="660011" cy="741350"/>
          </a:xfrm>
        </p:grpSpPr>
        <p:pic>
          <p:nvPicPr>
            <p:cNvPr id="113" name="Google Shape;1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51378" y="1275606"/>
              <a:ext cx="371481" cy="46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2"/>
            <p:cNvSpPr txBox="1"/>
            <p:nvPr/>
          </p:nvSpPr>
          <p:spPr>
            <a:xfrm flipH="1">
              <a:off x="2107112" y="1739957"/>
              <a:ext cx="6600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관리자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3671751" y="2283718"/>
            <a:ext cx="1347450" cy="884735"/>
            <a:chOff x="1475656" y="2129742"/>
            <a:chExt cx="1347450" cy="884735"/>
          </a:xfrm>
        </p:grpSpPr>
        <p:sp>
          <p:nvSpPr>
            <p:cNvPr id="116" name="Google Shape;116;p2"/>
            <p:cNvSpPr/>
            <p:nvPr/>
          </p:nvSpPr>
          <p:spPr>
            <a:xfrm>
              <a:off x="1568942" y="2129742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 flipH="1">
              <a:off x="1475656" y="2614367"/>
              <a:ext cx="134745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거스름돈 없을 경우 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6962362" y="1268494"/>
            <a:ext cx="1609687" cy="730846"/>
            <a:chOff x="6379693" y="1268494"/>
            <a:chExt cx="1609687" cy="730846"/>
          </a:xfrm>
        </p:grpSpPr>
        <p:sp>
          <p:nvSpPr>
            <p:cNvPr id="119" name="Google Shape;119;p2"/>
            <p:cNvSpPr/>
            <p:nvPr/>
          </p:nvSpPr>
          <p:spPr>
            <a:xfrm>
              <a:off x="6604097" y="1268494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 flipH="1">
              <a:off x="6379693" y="1753119"/>
              <a:ext cx="1609687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1일 거래량 출력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7016068" y="3435846"/>
            <a:ext cx="1502275" cy="884735"/>
            <a:chOff x="6433399" y="2129742"/>
            <a:chExt cx="1502275" cy="884735"/>
          </a:xfrm>
        </p:grpSpPr>
        <p:sp>
          <p:nvSpPr>
            <p:cNvPr id="122" name="Google Shape;122;p2"/>
            <p:cNvSpPr/>
            <p:nvPr/>
          </p:nvSpPr>
          <p:spPr>
            <a:xfrm>
              <a:off x="6604097" y="2129742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3" name="Google Shape;123;p2"/>
            <p:cNvSpPr txBox="1"/>
            <p:nvPr/>
          </p:nvSpPr>
          <p:spPr>
            <a:xfrm flipH="1">
              <a:off x="6433399" y="2614367"/>
              <a:ext cx="150227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투입금액 부족시 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3765037" y="1268494"/>
            <a:ext cx="1160879" cy="732717"/>
            <a:chOff x="3120413" y="1268494"/>
            <a:chExt cx="1160879" cy="732717"/>
          </a:xfrm>
        </p:grpSpPr>
        <p:sp>
          <p:nvSpPr>
            <p:cNvPr id="125" name="Google Shape;125;p2"/>
            <p:cNvSpPr/>
            <p:nvPr/>
          </p:nvSpPr>
          <p:spPr>
            <a:xfrm>
              <a:off x="3120413" y="1268494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6" name="Google Shape;126;p2"/>
            <p:cNvSpPr txBox="1"/>
            <p:nvPr/>
          </p:nvSpPr>
          <p:spPr>
            <a:xfrm flipH="1">
              <a:off x="3120413" y="1753119"/>
              <a:ext cx="1160879" cy="248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구입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5380883" y="2283718"/>
            <a:ext cx="1502275" cy="884735"/>
            <a:chOff x="2949715" y="2142904"/>
            <a:chExt cx="1502275" cy="884735"/>
          </a:xfrm>
        </p:grpSpPr>
        <p:sp>
          <p:nvSpPr>
            <p:cNvPr id="128" name="Google Shape;128;p2"/>
            <p:cNvSpPr/>
            <p:nvPr/>
          </p:nvSpPr>
          <p:spPr>
            <a:xfrm>
              <a:off x="3120413" y="2142904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29" name="Google Shape;129;p2"/>
            <p:cNvSpPr txBox="1"/>
            <p:nvPr/>
          </p:nvSpPr>
          <p:spPr>
            <a:xfrm flipH="1">
              <a:off x="2949715" y="2627529"/>
              <a:ext cx="150227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재고 부족시 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3594339" y="3435846"/>
            <a:ext cx="1502275" cy="732717"/>
            <a:chOff x="2949715" y="3116897"/>
            <a:chExt cx="1502275" cy="732717"/>
          </a:xfrm>
        </p:grpSpPr>
        <p:sp>
          <p:nvSpPr>
            <p:cNvPr id="131" name="Google Shape;131;p2"/>
            <p:cNvSpPr/>
            <p:nvPr/>
          </p:nvSpPr>
          <p:spPr>
            <a:xfrm>
              <a:off x="3120413" y="3116897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2" name="Google Shape;132;p2"/>
            <p:cNvSpPr txBox="1"/>
            <p:nvPr/>
          </p:nvSpPr>
          <p:spPr>
            <a:xfrm flipH="1">
              <a:off x="2949715" y="3601522"/>
              <a:ext cx="1502275" cy="248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관리모드로 전환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5313079" y="1268494"/>
            <a:ext cx="1637882" cy="730846"/>
            <a:chOff x="4596901" y="1268494"/>
            <a:chExt cx="1637882" cy="730846"/>
          </a:xfrm>
        </p:grpSpPr>
        <p:sp>
          <p:nvSpPr>
            <p:cNvPr id="134" name="Google Shape;134;p2"/>
            <p:cNvSpPr/>
            <p:nvPr/>
          </p:nvSpPr>
          <p:spPr>
            <a:xfrm>
              <a:off x="4835403" y="1268494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5" name="Google Shape;135;p2"/>
            <p:cNvSpPr txBox="1"/>
            <p:nvPr/>
          </p:nvSpPr>
          <p:spPr>
            <a:xfrm flipH="1">
              <a:off x="4596901" y="1753119"/>
              <a:ext cx="1637882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가격 수정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6929962" y="2283718"/>
            <a:ext cx="1674486" cy="884735"/>
            <a:chOff x="4578599" y="2129742"/>
            <a:chExt cx="1674486" cy="884735"/>
          </a:xfrm>
        </p:grpSpPr>
        <p:sp>
          <p:nvSpPr>
            <p:cNvPr id="137" name="Google Shape;137;p2"/>
            <p:cNvSpPr/>
            <p:nvPr/>
          </p:nvSpPr>
          <p:spPr>
            <a:xfrm>
              <a:off x="4835403" y="2129742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8" name="Google Shape;138;p2"/>
            <p:cNvSpPr txBox="1"/>
            <p:nvPr/>
          </p:nvSpPr>
          <p:spPr>
            <a:xfrm flipH="1">
              <a:off x="4578599" y="2614367"/>
              <a:ext cx="167448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구매 취소시 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5380883" y="3435846"/>
            <a:ext cx="1502275" cy="732717"/>
            <a:chOff x="4664705" y="3103735"/>
            <a:chExt cx="1502275" cy="732717"/>
          </a:xfrm>
        </p:grpSpPr>
        <p:sp>
          <p:nvSpPr>
            <p:cNvPr id="140" name="Google Shape;140;p2"/>
            <p:cNvSpPr/>
            <p:nvPr/>
          </p:nvSpPr>
          <p:spPr>
            <a:xfrm>
              <a:off x="4835403" y="3103735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41" name="Google Shape;141;p2"/>
            <p:cNvSpPr txBox="1"/>
            <p:nvPr/>
          </p:nvSpPr>
          <p:spPr>
            <a:xfrm flipH="1">
              <a:off x="4664705" y="3588360"/>
              <a:ext cx="1502275" cy="248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운영모드로 전환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42" name="Google Shape;142;p2"/>
          <p:cNvCxnSpPr/>
          <p:nvPr/>
        </p:nvCxnSpPr>
        <p:spPr>
          <a:xfrm>
            <a:off x="827584" y="3579862"/>
            <a:ext cx="1512168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3" name="Google Shape;143;p2"/>
          <p:cNvCxnSpPr/>
          <p:nvPr/>
        </p:nvCxnSpPr>
        <p:spPr>
          <a:xfrm>
            <a:off x="827584" y="4155926"/>
            <a:ext cx="1512168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2021-01-19T01:45:28Z</dcterms:created>
  <dc:creator>강혜진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6" name="FLCMData">
    <vt:lpwstr>E1AE2D398CAC0C3C2F94AEB65746F46A619CD56D293C3557FA82FA8429584F1D4156720A9E6973378DA18241AAC819C23FED38C42CE9794F7AA024A4C6B1C94E</vt:lpwstr>
  </property>
</Properties>
</file>
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9" roundtripDataSignature="AMtx7mg9FZ8uVDFhQH8yRfZdBux77F5d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ko-KR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fb06d809d6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g3fb06d809d6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사용자 지정 레이아웃">
  <p:cSld name="2_사용자 지정 레이아웃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4"/>
          <p:cNvSpPr txBox="1"/>
          <p:nvPr>
            <p:ph type="title"/>
          </p:nvPr>
        </p:nvSpPr>
        <p:spPr>
          <a:xfrm>
            <a:off x="356400" y="-1229"/>
            <a:ext cx="8430220" cy="531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  <a:defRPr b="1" sz="22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2" type="sldNum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251520" y="779180"/>
            <a:ext cx="8712968" cy="3751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0360" lvl="0" marL="457200" algn="l">
              <a:lnSpc>
                <a:spcPct val="120000"/>
              </a:lnSpc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  <a:defRPr sz="16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2639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540"/>
              <a:buFont typeface="Arial"/>
              <a:buChar char="•"/>
              <a:defRPr sz="1400"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1242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320"/>
              <a:buFont typeface="Arial"/>
              <a:buChar char="•"/>
              <a:defRPr sz="1200"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01943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155"/>
              <a:buFont typeface="Arial"/>
              <a:buChar char="•"/>
              <a:defRPr sz="1050"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8448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880"/>
              <a:buFont typeface="Arial"/>
              <a:buChar char="•"/>
              <a:defRPr sz="800"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8446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5"/>
          <p:cNvSpPr txBox="1"/>
          <p:nvPr>
            <p:ph type="title"/>
          </p:nvPr>
        </p:nvSpPr>
        <p:spPr>
          <a:xfrm>
            <a:off x="676386" y="2005191"/>
            <a:ext cx="7772400" cy="7140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Font typeface="Malgun Gothic"/>
              <a:buNone/>
              <a:defRPr b="1" sz="4600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76386" y="1493150"/>
            <a:ext cx="7772400" cy="49207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2575244" y="2787774"/>
            <a:ext cx="3888432" cy="43204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spcBef>
                <a:spcPts val="360"/>
              </a:spcBef>
              <a:spcAft>
                <a:spcPts val="0"/>
              </a:spcAft>
              <a:buClr>
                <a:srgbClr val="00FFFF"/>
              </a:buClr>
              <a:buSzPts val="1800"/>
              <a:buNone/>
              <a:defRPr sz="1800">
                <a:solidFill>
                  <a:srgbClr val="00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pic>
        <p:nvPicPr>
          <p:cNvPr id="25" name="Google Shape;2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516" y="4639216"/>
            <a:ext cx="980969" cy="211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>
  <p:cSld name="제목 및 내용">
    <p:bg>
      <p:bgPr>
        <a:solidFill>
          <a:srgbClr val="52578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>
            <p:ph type="title"/>
          </p:nvPr>
        </p:nvSpPr>
        <p:spPr>
          <a:xfrm>
            <a:off x="1977070" y="420458"/>
            <a:ext cx="5231360" cy="72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Malgun Gothic"/>
              <a:buNone/>
              <a:defRPr b="0" sz="360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" type="body"/>
          </p:nvPr>
        </p:nvSpPr>
        <p:spPr>
          <a:xfrm>
            <a:off x="611560" y="1635646"/>
            <a:ext cx="7560840" cy="30976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algun Gothic"/>
              <a:buAutoNum type="arabicPeriod"/>
              <a:defRPr b="1" sz="2000"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30200" lvl="1" marL="914400" algn="l">
              <a:lnSpc>
                <a:spcPct val="130000"/>
              </a:lnSpc>
              <a:spcBef>
                <a:spcPts val="32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Malgun Gothic"/>
              <a:buAutoNum type="arabicPeriod"/>
              <a:defRPr sz="1600">
                <a:solidFill>
                  <a:srgbClr val="1E1E2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17500" lvl="2" marL="1371600" algn="l">
              <a:lnSpc>
                <a:spcPct val="130000"/>
              </a:lnSpc>
              <a:spcBef>
                <a:spcPts val="28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Malgun Gothic"/>
              <a:buAutoNum type="arabicPeriod"/>
              <a:defRPr sz="1400">
                <a:solidFill>
                  <a:srgbClr val="1E1E2A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04800" lvl="3" marL="1828800" algn="l">
              <a:lnSpc>
                <a:spcPct val="13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AutoNum type="arabicPeriod"/>
              <a:defRPr sz="1200"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92100" lvl="4" marL="2286000" algn="l">
              <a:lnSpc>
                <a:spcPct val="13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algun Gothic"/>
              <a:buAutoNum type="arabicPeriod"/>
              <a:defRPr sz="1000"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사용자 지정 레이아웃">
  <p:cSld name="사용자 지정 레이아웃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657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2928428" y="1821831"/>
            <a:ext cx="4492362" cy="5338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200"/>
              <a:buFont typeface="Malgun Gothic"/>
              <a:buNone/>
              <a:defRPr b="1" sz="3200">
                <a:solidFill>
                  <a:srgbClr val="002060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사용자 지정 레이아웃">
  <p:cSld name="1_사용자 지정 레이아웃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81516" y="4639216"/>
            <a:ext cx="980969" cy="21158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3772452" y="4921727"/>
            <a:ext cx="1440000" cy="2084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algn="ctr">
              <a:spcBef>
                <a:spcPts val="0"/>
              </a:spcBef>
              <a:buNone/>
              <a:defRPr b="0" i="0" sz="1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"/>
          <p:cNvSpPr txBox="1"/>
          <p:nvPr>
            <p:ph idx="1" type="body"/>
          </p:nvPr>
        </p:nvSpPr>
        <p:spPr>
          <a:xfrm>
            <a:off x="251520" y="779180"/>
            <a:ext cx="8712968" cy="37512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0000" lvl="0" marL="271463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</a:pPr>
            <a:r>
              <a:rPr lang="ko-KR" sz="1600"/>
              <a:t>Ex1. 음료수 자판기 컨트롤러 예제에서 아래와 같이 Actor과 Use Case를 식별했다고 가정합니다. </a:t>
            </a:r>
            <a:endParaRPr/>
          </a:p>
          <a:p>
            <a:pPr indent="-180000" lvl="0" marL="271463" rtl="0" algn="l">
              <a:lnSpc>
                <a:spcPct val="120000"/>
              </a:lnSpc>
              <a:spcBef>
                <a:spcPts val="82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</a:pPr>
            <a:r>
              <a:rPr lang="ko-KR" sz="1600"/>
              <a:t>식별된 Actor와 Use Case간의 관계(Include/Extend Relationship)를 적절히 설계하여, </a:t>
            </a:r>
            <a:br>
              <a:rPr lang="ko-KR" sz="1600"/>
            </a:br>
            <a:r>
              <a:rPr lang="ko-KR" sz="1600"/>
              <a:t>Ex1. 의 초기 요구사항을 수용할 수 있는Use Case Diagram을 완성하세요</a:t>
            </a:r>
            <a:endParaRPr/>
          </a:p>
          <a:p>
            <a:pPr indent="-180000" lvl="0" marL="271463" rtl="0" algn="l">
              <a:lnSpc>
                <a:spcPct val="120000"/>
              </a:lnSpc>
              <a:spcBef>
                <a:spcPts val="820"/>
              </a:spcBef>
              <a:spcAft>
                <a:spcPts val="0"/>
              </a:spcAft>
              <a:buClr>
                <a:schemeClr val="dk2"/>
              </a:buClr>
              <a:buSzPts val="1760"/>
              <a:buFont typeface="Arial"/>
              <a:buChar char="•"/>
            </a:pPr>
            <a:r>
              <a:rPr lang="ko-KR" sz="1600"/>
              <a:t>아래 제시된 Use Case 외에 다른 Use Case는 없습니다.</a:t>
            </a:r>
            <a:endParaRPr/>
          </a:p>
        </p:txBody>
      </p:sp>
      <p:sp>
        <p:nvSpPr>
          <p:cNvPr id="44" name="Google Shape;44;p1"/>
          <p:cNvSpPr txBox="1"/>
          <p:nvPr>
            <p:ph type="title"/>
          </p:nvPr>
        </p:nvSpPr>
        <p:spPr>
          <a:xfrm>
            <a:off x="356400" y="-1229"/>
            <a:ext cx="8430220" cy="531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</a:pPr>
            <a:r>
              <a:rPr lang="ko-KR"/>
              <a:t>Ex2. Use Case Diagram 완성하기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"/>
          <p:cNvSpPr/>
          <p:nvPr/>
        </p:nvSpPr>
        <p:spPr>
          <a:xfrm>
            <a:off x="1450200" y="909775"/>
            <a:ext cx="7157100" cy="2670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" name="Google Shape;50;p2"/>
          <p:cNvSpPr txBox="1"/>
          <p:nvPr>
            <p:ph type="title"/>
          </p:nvPr>
        </p:nvSpPr>
        <p:spPr>
          <a:xfrm>
            <a:off x="356400" y="-1229"/>
            <a:ext cx="8430220" cy="531531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</a:pPr>
            <a:r>
              <a:rPr lang="ko-KR"/>
              <a:t>Ex2. Use Case Diagram 완성하기 - </a:t>
            </a:r>
            <a:r>
              <a:rPr lang="ko-KR"/>
              <a:t>운영 모드</a:t>
            </a:r>
            <a:endParaRPr/>
          </a:p>
        </p:txBody>
      </p:sp>
      <p:grpSp>
        <p:nvGrpSpPr>
          <p:cNvPr id="51" name="Google Shape;51;p2"/>
          <p:cNvGrpSpPr/>
          <p:nvPr/>
        </p:nvGrpSpPr>
        <p:grpSpPr>
          <a:xfrm>
            <a:off x="293559" y="1172251"/>
            <a:ext cx="534004" cy="741350"/>
            <a:chOff x="1531640" y="1275606"/>
            <a:chExt cx="534004" cy="741350"/>
          </a:xfrm>
        </p:grpSpPr>
        <p:pic>
          <p:nvPicPr>
            <p:cNvPr id="52" name="Google Shape;52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601293" y="1275606"/>
              <a:ext cx="371481" cy="46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" name="Google Shape;53;p2"/>
            <p:cNvSpPr txBox="1"/>
            <p:nvPr/>
          </p:nvSpPr>
          <p:spPr>
            <a:xfrm flipH="1">
              <a:off x="1531640" y="1739957"/>
              <a:ext cx="534004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고객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4" name="Google Shape;54;p2"/>
          <p:cNvGrpSpPr/>
          <p:nvPr/>
        </p:nvGrpSpPr>
        <p:grpSpPr>
          <a:xfrm>
            <a:off x="3764964" y="2503693"/>
            <a:ext cx="1347300" cy="884825"/>
            <a:chOff x="1475806" y="2129742"/>
            <a:chExt cx="1347300" cy="884825"/>
          </a:xfrm>
        </p:grpSpPr>
        <p:sp>
          <p:nvSpPr>
            <p:cNvPr id="55" name="Google Shape;55;p2"/>
            <p:cNvSpPr/>
            <p:nvPr/>
          </p:nvSpPr>
          <p:spPr>
            <a:xfrm>
              <a:off x="1568942" y="2129742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6" name="Google Shape;56;p2"/>
            <p:cNvSpPr txBox="1"/>
            <p:nvPr/>
          </p:nvSpPr>
          <p:spPr>
            <a:xfrm flipH="1">
              <a:off x="1475806" y="2614367"/>
              <a:ext cx="13473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거스름돈 없을 경우 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57" name="Google Shape;57;p2"/>
          <p:cNvGrpSpPr/>
          <p:nvPr/>
        </p:nvGrpSpPr>
        <p:grpSpPr>
          <a:xfrm>
            <a:off x="6902268" y="2152421"/>
            <a:ext cx="1502275" cy="884735"/>
            <a:chOff x="6433399" y="2129742"/>
            <a:chExt cx="1502275" cy="884735"/>
          </a:xfrm>
        </p:grpSpPr>
        <p:sp>
          <p:nvSpPr>
            <p:cNvPr id="58" name="Google Shape;58;p2"/>
            <p:cNvSpPr/>
            <p:nvPr/>
          </p:nvSpPr>
          <p:spPr>
            <a:xfrm>
              <a:off x="6604097" y="2129742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59" name="Google Shape;59;p2"/>
            <p:cNvSpPr txBox="1"/>
            <p:nvPr/>
          </p:nvSpPr>
          <p:spPr>
            <a:xfrm flipH="1">
              <a:off x="6433399" y="2614367"/>
              <a:ext cx="150227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투입금액 부족시 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0" name="Google Shape;60;p2"/>
          <p:cNvGrpSpPr/>
          <p:nvPr/>
        </p:nvGrpSpPr>
        <p:grpSpPr>
          <a:xfrm>
            <a:off x="3858191" y="1206019"/>
            <a:ext cx="1161000" cy="730925"/>
            <a:chOff x="3120292" y="1268494"/>
            <a:chExt cx="1161000" cy="730925"/>
          </a:xfrm>
        </p:grpSpPr>
        <p:sp>
          <p:nvSpPr>
            <p:cNvPr id="61" name="Google Shape;61;p2"/>
            <p:cNvSpPr/>
            <p:nvPr/>
          </p:nvSpPr>
          <p:spPr>
            <a:xfrm>
              <a:off x="3120413" y="1268494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2" name="Google Shape;62;p2"/>
            <p:cNvSpPr txBox="1"/>
            <p:nvPr/>
          </p:nvSpPr>
          <p:spPr>
            <a:xfrm flipH="1">
              <a:off x="3120292" y="1753119"/>
              <a:ext cx="1161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구입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3" name="Google Shape;63;p2"/>
          <p:cNvGrpSpPr/>
          <p:nvPr/>
        </p:nvGrpSpPr>
        <p:grpSpPr>
          <a:xfrm>
            <a:off x="1866721" y="2423068"/>
            <a:ext cx="1502275" cy="884735"/>
            <a:chOff x="2949715" y="2142904"/>
            <a:chExt cx="1502275" cy="884735"/>
          </a:xfrm>
        </p:grpSpPr>
        <p:sp>
          <p:nvSpPr>
            <p:cNvPr id="64" name="Google Shape;64;p2"/>
            <p:cNvSpPr/>
            <p:nvPr/>
          </p:nvSpPr>
          <p:spPr>
            <a:xfrm>
              <a:off x="3120413" y="2142904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5" name="Google Shape;65;p2"/>
            <p:cNvSpPr txBox="1"/>
            <p:nvPr/>
          </p:nvSpPr>
          <p:spPr>
            <a:xfrm flipH="1">
              <a:off x="2949715" y="2627529"/>
              <a:ext cx="150227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재고 부족시 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66" name="Google Shape;66;p2"/>
          <p:cNvGrpSpPr/>
          <p:nvPr/>
        </p:nvGrpSpPr>
        <p:grpSpPr>
          <a:xfrm>
            <a:off x="5170037" y="2368093"/>
            <a:ext cx="1674486" cy="884735"/>
            <a:chOff x="4578599" y="2129742"/>
            <a:chExt cx="1674486" cy="884735"/>
          </a:xfrm>
        </p:grpSpPr>
        <p:sp>
          <p:nvSpPr>
            <p:cNvPr id="67" name="Google Shape;67;p2"/>
            <p:cNvSpPr/>
            <p:nvPr/>
          </p:nvSpPr>
          <p:spPr>
            <a:xfrm>
              <a:off x="4835403" y="2129742"/>
              <a:ext cx="1160879" cy="464351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68" name="Google Shape;68;p2"/>
            <p:cNvSpPr txBox="1"/>
            <p:nvPr/>
          </p:nvSpPr>
          <p:spPr>
            <a:xfrm flipH="1">
              <a:off x="4578599" y="2614367"/>
              <a:ext cx="1674486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구매 취소시 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처리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69" name="Google Shape;69;p2"/>
          <p:cNvCxnSpPr>
            <a:stCxn id="52" idx="3"/>
          </p:cNvCxnSpPr>
          <p:nvPr/>
        </p:nvCxnSpPr>
        <p:spPr>
          <a:xfrm>
            <a:off x="734693" y="1404427"/>
            <a:ext cx="3060000" cy="129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0" name="Google Shape;70;p2"/>
          <p:cNvCxnSpPr>
            <a:stCxn id="64" idx="0"/>
          </p:cNvCxnSpPr>
          <p:nvPr/>
        </p:nvCxnSpPr>
        <p:spPr>
          <a:xfrm flipH="1" rot="10800000">
            <a:off x="2617858" y="1560268"/>
            <a:ext cx="1327200" cy="8628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71" name="Google Shape;71;p2"/>
          <p:cNvCxnSpPr>
            <a:stCxn id="55" idx="0"/>
            <a:endCxn id="62" idx="0"/>
          </p:cNvCxnSpPr>
          <p:nvPr/>
        </p:nvCxnSpPr>
        <p:spPr>
          <a:xfrm flipH="1" rot="10800000">
            <a:off x="4438539" y="1690693"/>
            <a:ext cx="300" cy="8130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72" name="Google Shape;72;p2"/>
          <p:cNvSpPr txBox="1"/>
          <p:nvPr/>
        </p:nvSpPr>
        <p:spPr>
          <a:xfrm>
            <a:off x="2944300" y="1989025"/>
            <a:ext cx="10587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73" name="Google Shape;73;p2"/>
          <p:cNvCxnSpPr>
            <a:stCxn id="67" idx="0"/>
          </p:cNvCxnSpPr>
          <p:nvPr/>
        </p:nvCxnSpPr>
        <p:spPr>
          <a:xfrm rot="10800000">
            <a:off x="4800981" y="1644493"/>
            <a:ext cx="1206300" cy="7236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74" name="Google Shape;74;p2"/>
          <p:cNvCxnSpPr>
            <a:stCxn id="58" idx="1"/>
            <a:endCxn id="61" idx="6"/>
          </p:cNvCxnSpPr>
          <p:nvPr/>
        </p:nvCxnSpPr>
        <p:spPr>
          <a:xfrm rot="10800000">
            <a:off x="5019073" y="1438324"/>
            <a:ext cx="2223900" cy="782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75" name="Google Shape;75;p2"/>
          <p:cNvSpPr txBox="1"/>
          <p:nvPr/>
        </p:nvSpPr>
        <p:spPr>
          <a:xfrm>
            <a:off x="4042650" y="1989025"/>
            <a:ext cx="10587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6" name="Google Shape;76;p2"/>
          <p:cNvSpPr txBox="1"/>
          <p:nvPr/>
        </p:nvSpPr>
        <p:spPr>
          <a:xfrm>
            <a:off x="5969050" y="1743236"/>
            <a:ext cx="11496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7" name="Google Shape;77;p2"/>
          <p:cNvSpPr txBox="1"/>
          <p:nvPr/>
        </p:nvSpPr>
        <p:spPr>
          <a:xfrm>
            <a:off x="5088975" y="1913600"/>
            <a:ext cx="9780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&lt;&lt;extend&gt;&gt;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fb06d809d6_0_78"/>
          <p:cNvSpPr/>
          <p:nvPr/>
        </p:nvSpPr>
        <p:spPr>
          <a:xfrm>
            <a:off x="1794125" y="836400"/>
            <a:ext cx="6327600" cy="38850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3" name="Google Shape;83;g3fb06d809d6_0_78"/>
          <p:cNvSpPr txBox="1"/>
          <p:nvPr>
            <p:ph type="title"/>
          </p:nvPr>
        </p:nvSpPr>
        <p:spPr>
          <a:xfrm>
            <a:off x="356400" y="-1229"/>
            <a:ext cx="8430300" cy="53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7950" lIns="75925" spcFirstLastPara="1" rIns="75925" wrap="square" tIns="3795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Malgun Gothic"/>
              <a:buNone/>
            </a:pPr>
            <a:r>
              <a:rPr lang="ko-KR"/>
              <a:t>Ex2. Use Case Diagram 완성하기</a:t>
            </a:r>
            <a:endParaRPr/>
          </a:p>
        </p:txBody>
      </p:sp>
      <p:grpSp>
        <p:nvGrpSpPr>
          <p:cNvPr id="84" name="Google Shape;84;g3fb06d809d6_0_78"/>
          <p:cNvGrpSpPr/>
          <p:nvPr/>
        </p:nvGrpSpPr>
        <p:grpSpPr>
          <a:xfrm>
            <a:off x="796477" y="2290814"/>
            <a:ext cx="671700" cy="793474"/>
            <a:chOff x="1020268" y="1171281"/>
            <a:chExt cx="671700" cy="793474"/>
          </a:xfrm>
        </p:grpSpPr>
        <p:pic>
          <p:nvPicPr>
            <p:cNvPr id="85" name="Google Shape;85;g3fb06d809d6_0_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020278" y="1171281"/>
              <a:ext cx="371481" cy="4643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" name="Google Shape;86;g3fb06d809d6_0_78"/>
            <p:cNvSpPr txBox="1"/>
            <p:nvPr/>
          </p:nvSpPr>
          <p:spPr>
            <a:xfrm flipH="1">
              <a:off x="1020268" y="1687855"/>
              <a:ext cx="6717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2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관리자</a:t>
              </a:r>
              <a:endPara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87" name="Google Shape;87;g3fb06d809d6_0_78"/>
          <p:cNvGrpSpPr/>
          <p:nvPr/>
        </p:nvGrpSpPr>
        <p:grpSpPr>
          <a:xfrm>
            <a:off x="3583574" y="2878094"/>
            <a:ext cx="1609800" cy="730925"/>
            <a:chOff x="6379580" y="1268494"/>
            <a:chExt cx="1609800" cy="730925"/>
          </a:xfrm>
        </p:grpSpPr>
        <p:sp>
          <p:nvSpPr>
            <p:cNvPr id="88" name="Google Shape;88;g3fb06d809d6_0_78"/>
            <p:cNvSpPr/>
            <p:nvPr/>
          </p:nvSpPr>
          <p:spPr>
            <a:xfrm>
              <a:off x="6604097" y="1268494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89" name="Google Shape;89;g3fb06d809d6_0_78"/>
            <p:cNvSpPr txBox="1"/>
            <p:nvPr/>
          </p:nvSpPr>
          <p:spPr>
            <a:xfrm flipH="1">
              <a:off x="6379580" y="1753119"/>
              <a:ext cx="16098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1일 거래량 출력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0" name="Google Shape;90;g3fb06d809d6_0_78"/>
          <p:cNvGrpSpPr/>
          <p:nvPr/>
        </p:nvGrpSpPr>
        <p:grpSpPr>
          <a:xfrm>
            <a:off x="6064314" y="1338771"/>
            <a:ext cx="1502400" cy="730925"/>
            <a:chOff x="2949590" y="3116897"/>
            <a:chExt cx="1502400" cy="730925"/>
          </a:xfrm>
        </p:grpSpPr>
        <p:sp>
          <p:nvSpPr>
            <p:cNvPr id="91" name="Google Shape;91;g3fb06d809d6_0_78"/>
            <p:cNvSpPr/>
            <p:nvPr/>
          </p:nvSpPr>
          <p:spPr>
            <a:xfrm>
              <a:off x="3120413" y="3116897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2" name="Google Shape;92;g3fb06d809d6_0_78"/>
            <p:cNvSpPr txBox="1"/>
            <p:nvPr/>
          </p:nvSpPr>
          <p:spPr>
            <a:xfrm flipH="1">
              <a:off x="2949590" y="3601522"/>
              <a:ext cx="1502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관리모드로 전환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grpSp>
        <p:nvGrpSpPr>
          <p:cNvPr id="93" name="Google Shape;93;g3fb06d809d6_0_78"/>
          <p:cNvGrpSpPr/>
          <p:nvPr/>
        </p:nvGrpSpPr>
        <p:grpSpPr>
          <a:xfrm>
            <a:off x="6064333" y="3249709"/>
            <a:ext cx="1502400" cy="730925"/>
            <a:chOff x="4664580" y="3103735"/>
            <a:chExt cx="1502400" cy="730925"/>
          </a:xfrm>
        </p:grpSpPr>
        <p:sp>
          <p:nvSpPr>
            <p:cNvPr id="94" name="Google Shape;94;g3fb06d809d6_0_78"/>
            <p:cNvSpPr/>
            <p:nvPr/>
          </p:nvSpPr>
          <p:spPr>
            <a:xfrm>
              <a:off x="4835403" y="3103735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95" name="Google Shape;95;g3fb06d809d6_0_78"/>
            <p:cNvSpPr txBox="1"/>
            <p:nvPr/>
          </p:nvSpPr>
          <p:spPr>
            <a:xfrm flipH="1">
              <a:off x="4664580" y="3588360"/>
              <a:ext cx="15024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운영모드로 전환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96" name="Google Shape;96;g3fb06d809d6_0_78"/>
          <p:cNvCxnSpPr>
            <a:stCxn id="85" idx="3"/>
            <a:endCxn id="97" idx="2"/>
          </p:cNvCxnSpPr>
          <p:nvPr/>
        </p:nvCxnSpPr>
        <p:spPr>
          <a:xfrm flipH="1" rot="10800000">
            <a:off x="1167968" y="1966489"/>
            <a:ext cx="2640000" cy="5565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8" name="Google Shape;98;g3fb06d809d6_0_78"/>
          <p:cNvCxnSpPr>
            <a:stCxn id="97" idx="7"/>
            <a:endCxn id="91" idx="3"/>
          </p:cNvCxnSpPr>
          <p:nvPr/>
        </p:nvCxnSpPr>
        <p:spPr>
          <a:xfrm flipH="1" rot="10800000">
            <a:off x="4799069" y="1735154"/>
            <a:ext cx="1606200" cy="672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grpSp>
        <p:nvGrpSpPr>
          <p:cNvPr id="99" name="Google Shape;99;g3fb06d809d6_0_78"/>
          <p:cNvGrpSpPr/>
          <p:nvPr/>
        </p:nvGrpSpPr>
        <p:grpSpPr>
          <a:xfrm>
            <a:off x="3569474" y="1734344"/>
            <a:ext cx="1638000" cy="730925"/>
            <a:chOff x="4596783" y="1268494"/>
            <a:chExt cx="1638000" cy="730925"/>
          </a:xfrm>
        </p:grpSpPr>
        <p:sp>
          <p:nvSpPr>
            <p:cNvPr id="97" name="Google Shape;97;g3fb06d809d6_0_78"/>
            <p:cNvSpPr/>
            <p:nvPr/>
          </p:nvSpPr>
          <p:spPr>
            <a:xfrm>
              <a:off x="4835403" y="1268494"/>
              <a:ext cx="1161000" cy="464400"/>
            </a:xfrm>
            <a:prstGeom prst="ellipse">
              <a:avLst/>
            </a:prstGeom>
            <a:noFill/>
            <a:ln cap="flat" cmpd="sng" w="25400">
              <a:solidFill>
                <a:srgbClr val="395E8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0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sp>
          <p:nvSpPr>
            <p:cNvPr id="100" name="Google Shape;100;g3fb06d809d6_0_78"/>
            <p:cNvSpPr txBox="1"/>
            <p:nvPr/>
          </p:nvSpPr>
          <p:spPr>
            <a:xfrm flipH="1">
              <a:off x="4596783" y="1753119"/>
              <a:ext cx="1638000" cy="24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ko-KR" sz="1000" u="none" cap="none" strike="noStrike">
                  <a:solidFill>
                    <a:schemeClr val="dk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음료수 가격 수정</a:t>
              </a:r>
              <a:endParaRPr b="0" i="0" sz="1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</p:grpSp>
      <p:cxnSp>
        <p:nvCxnSpPr>
          <p:cNvPr id="101" name="Google Shape;101;g3fb06d809d6_0_78"/>
          <p:cNvCxnSpPr>
            <a:stCxn id="85" idx="3"/>
            <a:endCxn id="88" idx="2"/>
          </p:cNvCxnSpPr>
          <p:nvPr/>
        </p:nvCxnSpPr>
        <p:spPr>
          <a:xfrm>
            <a:off x="1167968" y="2522989"/>
            <a:ext cx="2640000" cy="5874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2" name="Google Shape;102;g3fb06d809d6_0_78"/>
          <p:cNvSpPr txBox="1"/>
          <p:nvPr/>
        </p:nvSpPr>
        <p:spPr>
          <a:xfrm>
            <a:off x="5054525" y="1693825"/>
            <a:ext cx="1205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&lt;&lt;INCLUDE&gt;&gt;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3" name="Google Shape;103;g3fb06d809d6_0_78"/>
          <p:cNvCxnSpPr>
            <a:stCxn id="88" idx="6"/>
            <a:endCxn id="92" idx="2"/>
          </p:cNvCxnSpPr>
          <p:nvPr/>
        </p:nvCxnSpPr>
        <p:spPr>
          <a:xfrm flipH="1" rot="10800000">
            <a:off x="4969091" y="2069594"/>
            <a:ext cx="1846500" cy="10407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04" name="Google Shape;104;g3fb06d809d6_0_78"/>
          <p:cNvSpPr txBox="1"/>
          <p:nvPr/>
        </p:nvSpPr>
        <p:spPr>
          <a:xfrm>
            <a:off x="5054525" y="2618438"/>
            <a:ext cx="1405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&lt;&lt;INCLUDE&gt;&gt;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" name="Google Shape;105;g3fb06d809d6_0_78"/>
          <p:cNvSpPr txBox="1"/>
          <p:nvPr/>
        </p:nvSpPr>
        <p:spPr>
          <a:xfrm>
            <a:off x="4969100" y="3110425"/>
            <a:ext cx="1290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&lt;&lt;INCLUDE&gt;&gt;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cxnSp>
        <p:nvCxnSpPr>
          <p:cNvPr id="106" name="Google Shape;106;g3fb06d809d6_0_78"/>
          <p:cNvCxnSpPr>
            <a:stCxn id="88" idx="6"/>
            <a:endCxn id="94" idx="1"/>
          </p:cNvCxnSpPr>
          <p:nvPr/>
        </p:nvCxnSpPr>
        <p:spPr>
          <a:xfrm>
            <a:off x="4969091" y="3110294"/>
            <a:ext cx="1436100" cy="2073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107" name="Google Shape;107;g3fb06d809d6_0_78"/>
          <p:cNvCxnSpPr>
            <a:stCxn id="97" idx="6"/>
            <a:endCxn id="94" idx="0"/>
          </p:cNvCxnSpPr>
          <p:nvPr/>
        </p:nvCxnSpPr>
        <p:spPr>
          <a:xfrm>
            <a:off x="4969094" y="1966544"/>
            <a:ext cx="1846500" cy="1283100"/>
          </a:xfrm>
          <a:prstGeom prst="straightConnector1">
            <a:avLst/>
          </a:prstGeom>
          <a:noFill/>
          <a:ln cap="flat" cmpd="sng" w="127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108" name="Google Shape;108;g3fb06d809d6_0_78"/>
          <p:cNvSpPr txBox="1"/>
          <p:nvPr/>
        </p:nvSpPr>
        <p:spPr>
          <a:xfrm>
            <a:off x="5141150" y="2174725"/>
            <a:ext cx="1502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0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&lt;&lt;INCLUDE&gt;&gt;</a:t>
            </a:r>
            <a:endParaRPr sz="10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2021-01-19T01:45:28Z</dcterms:created>
  <dc:creator>강혜진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6" name="FLCMData">
    <vt:lpwstr>E1AE2D398CAC0C3C2F94AEB65746F46A619CD56D293C3557FA82FA8429584F1D4156720A9E6973378DA18241AAC819C23FED38C42CE9794F7AA024A4C6B1C94E</vt:lpwstr>
  </property>
</Properties>
</file>
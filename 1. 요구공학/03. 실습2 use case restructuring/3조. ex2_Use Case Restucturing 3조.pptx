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iaFfOhB+tqEwePg6bwRQIFS7QO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b06dc4fd7_6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fb06dc4fd7_6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사용자 지정 레이아웃">
  <p:cSld name="2_사용자 지정 레이아웃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 txBox="1"/>
          <p:nvPr>
            <p:ph type="title"/>
          </p:nvPr>
        </p:nvSpPr>
        <p:spPr>
          <a:xfrm>
            <a:off x="356400" y="-1229"/>
            <a:ext cx="8430220" cy="5315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50" lIns="75925" spcFirstLastPara="1" rIns="75925" wrap="square" tIns="37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algun Gothic"/>
              <a:buNone/>
              <a:defRPr b="1" sz="2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251520" y="779180"/>
            <a:ext cx="8712968" cy="3751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0360" lvl="0" marL="457200" algn="l">
              <a:lnSpc>
                <a:spcPct val="12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760"/>
              <a:buFont typeface="Arial"/>
              <a:buChar char="•"/>
              <a:defRPr sz="1600"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2639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Arial"/>
              <a:buChar char="•"/>
              <a:defRPr sz="1400"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1242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20"/>
              <a:buFont typeface="Arial"/>
              <a:buChar char="•"/>
              <a:defRPr sz="1200"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01943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55"/>
              <a:buFont typeface="Arial"/>
              <a:buChar char="•"/>
              <a:defRPr sz="1050"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8448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80"/>
              <a:buFont typeface="Arial"/>
              <a:buChar char="•"/>
              <a:defRPr sz="800"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844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5"/>
          <p:cNvSpPr txBox="1"/>
          <p:nvPr>
            <p:ph type="title"/>
          </p:nvPr>
        </p:nvSpPr>
        <p:spPr>
          <a:xfrm>
            <a:off x="676386" y="2005191"/>
            <a:ext cx="7772400" cy="7140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Malgun Gothic"/>
              <a:buNone/>
              <a:defRPr b="1" sz="4600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676386" y="1493150"/>
            <a:ext cx="7772400" cy="49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2575244" y="2787774"/>
            <a:ext cx="3888432" cy="432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Clr>
                <a:srgbClr val="00FFFF"/>
              </a:buClr>
              <a:buSzPts val="1800"/>
              <a:buNone/>
              <a:defRPr sz="1800">
                <a:solidFill>
                  <a:srgbClr val="00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25" name="Google Shape;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1516" y="4639216"/>
            <a:ext cx="980969" cy="211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>
  <p:cSld name="제목 및 내용">
    <p:bg>
      <p:bgPr>
        <a:solidFill>
          <a:srgbClr val="52578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/>
          <p:nvPr>
            <p:ph type="title"/>
          </p:nvPr>
        </p:nvSpPr>
        <p:spPr>
          <a:xfrm>
            <a:off x="1977070" y="420458"/>
            <a:ext cx="5231360" cy="72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  <a:defRPr b="0" sz="3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611560" y="1635646"/>
            <a:ext cx="7560840" cy="3097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algun Gothic"/>
              <a:buAutoNum type="arabicPeriod"/>
              <a:defRPr b="1" sz="2000"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30200" lvl="1" marL="914400" algn="l">
              <a:lnSpc>
                <a:spcPct val="13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lgun Gothic"/>
              <a:buAutoNum type="arabicPeriod"/>
              <a:defRPr sz="1600">
                <a:solidFill>
                  <a:srgbClr val="1E1E2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17500" lvl="2" marL="1371600" algn="l">
              <a:lnSpc>
                <a:spcPct val="13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lgun Gothic"/>
              <a:buAutoNum type="arabicPeriod"/>
              <a:defRPr sz="1400">
                <a:solidFill>
                  <a:srgbClr val="1E1E2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04800" lvl="3" marL="1828800" algn="l">
              <a:lnSpc>
                <a:spcPct val="13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AutoNum type="arabicPeriod"/>
              <a:defRPr sz="1200"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92100" lvl="4" marL="228600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AutoNum type="arabicPeriod"/>
              <a:defRPr sz="1000"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사용자 지정 레이아웃">
  <p:cSld name="사용자 지정 레이아웃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657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2928428" y="1821831"/>
            <a:ext cx="4492362" cy="533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50" lIns="75925" spcFirstLastPara="1" rIns="75925" wrap="square" tIns="37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Malgun Gothic"/>
              <a:buNone/>
              <a:defRPr b="1" sz="3200">
                <a:solidFill>
                  <a:srgbClr val="00206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사용자 지정 레이아웃">
  <p:cSld name="1_사용자 지정 레이아웃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1516" y="4639216"/>
            <a:ext cx="980969" cy="21158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사용자 지정 레이아웃">
  <p:cSld name="2_사용자 지정 레이아웃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g3fb06dc4fd7_7_1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g3fb06dc4fd7_7_140"/>
          <p:cNvSpPr txBox="1"/>
          <p:nvPr>
            <p:ph type="title"/>
          </p:nvPr>
        </p:nvSpPr>
        <p:spPr>
          <a:xfrm>
            <a:off x="356400" y="-1229"/>
            <a:ext cx="84303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50" lIns="75925" spcFirstLastPara="1" rIns="75925" wrap="square" tIns="37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algun Gothic"/>
              <a:buNone/>
              <a:defRPr b="1" sz="2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3fb06dc4fd7_7_140"/>
          <p:cNvSpPr txBox="1"/>
          <p:nvPr>
            <p:ph idx="12" type="sldNum"/>
          </p:nvPr>
        </p:nvSpPr>
        <p:spPr>
          <a:xfrm>
            <a:off x="3772452" y="4921727"/>
            <a:ext cx="14400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49" name="Google Shape;49;g3fb06dc4fd7_7_140"/>
          <p:cNvSpPr txBox="1"/>
          <p:nvPr>
            <p:ph idx="1" type="body"/>
          </p:nvPr>
        </p:nvSpPr>
        <p:spPr>
          <a:xfrm>
            <a:off x="251520" y="779180"/>
            <a:ext cx="8712900" cy="3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0360" lvl="0" marL="457200" algn="l">
              <a:lnSpc>
                <a:spcPct val="12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760"/>
              <a:buFont typeface="Arial"/>
              <a:buChar char="•"/>
              <a:defRPr sz="1600"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2639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Arial"/>
              <a:buChar char="•"/>
              <a:defRPr sz="1400"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1242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20"/>
              <a:buFont typeface="Arial"/>
              <a:buChar char="•"/>
              <a:defRPr sz="1200"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01943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55"/>
              <a:buFont typeface="Arial"/>
              <a:buChar char="•"/>
              <a:defRPr sz="1050"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8448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80"/>
              <a:buFont typeface="Arial"/>
              <a:buChar char="•"/>
              <a:defRPr sz="800"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g3fb06dc4fd7_7_1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844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g3fb06dc4fd7_7_145"/>
          <p:cNvSpPr txBox="1"/>
          <p:nvPr>
            <p:ph type="title"/>
          </p:nvPr>
        </p:nvSpPr>
        <p:spPr>
          <a:xfrm>
            <a:off x="676386" y="2005191"/>
            <a:ext cx="77724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Malgun Gothic"/>
              <a:buNone/>
              <a:defRPr b="1" sz="4600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fb06dc4fd7_7_145"/>
          <p:cNvSpPr txBox="1"/>
          <p:nvPr>
            <p:ph idx="1" type="body"/>
          </p:nvPr>
        </p:nvSpPr>
        <p:spPr>
          <a:xfrm>
            <a:off x="676386" y="1493150"/>
            <a:ext cx="77724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4" name="Google Shape;54;g3fb06dc4fd7_7_145"/>
          <p:cNvSpPr txBox="1"/>
          <p:nvPr>
            <p:ph idx="2" type="body"/>
          </p:nvPr>
        </p:nvSpPr>
        <p:spPr>
          <a:xfrm>
            <a:off x="2575244" y="2787774"/>
            <a:ext cx="38883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Clr>
                <a:srgbClr val="00FFFF"/>
              </a:buClr>
              <a:buSzPts val="1800"/>
              <a:buNone/>
              <a:defRPr sz="1800">
                <a:solidFill>
                  <a:srgbClr val="00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55" name="Google Shape;55;g3fb06dc4fd7_7_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1516" y="4639216"/>
            <a:ext cx="980969" cy="211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>
  <p:cSld name="제목 및 내용">
    <p:bg>
      <p:bgPr>
        <a:solidFill>
          <a:srgbClr val="525780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g3fb06dc4fd7_7_1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g3fb06dc4fd7_7_151"/>
          <p:cNvSpPr txBox="1"/>
          <p:nvPr>
            <p:ph type="title"/>
          </p:nvPr>
        </p:nvSpPr>
        <p:spPr>
          <a:xfrm>
            <a:off x="1977070" y="420458"/>
            <a:ext cx="52314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  <a:defRPr b="0" sz="3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3fb06dc4fd7_7_151"/>
          <p:cNvSpPr txBox="1"/>
          <p:nvPr>
            <p:ph idx="1" type="body"/>
          </p:nvPr>
        </p:nvSpPr>
        <p:spPr>
          <a:xfrm>
            <a:off x="611560" y="1635646"/>
            <a:ext cx="7560900" cy="30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algun Gothic"/>
              <a:buAutoNum type="arabicPeriod"/>
              <a:defRPr b="1" sz="2000"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30200" lvl="1" marL="914400" algn="l">
              <a:lnSpc>
                <a:spcPct val="13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lgun Gothic"/>
              <a:buAutoNum type="arabicPeriod"/>
              <a:defRPr sz="1600">
                <a:solidFill>
                  <a:srgbClr val="1E1E2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17500" lvl="2" marL="1371600" algn="l">
              <a:lnSpc>
                <a:spcPct val="13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lgun Gothic"/>
              <a:buAutoNum type="arabicPeriod"/>
              <a:defRPr sz="1400">
                <a:solidFill>
                  <a:srgbClr val="1E1E2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04800" lvl="3" marL="1828800" algn="l">
              <a:lnSpc>
                <a:spcPct val="13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AutoNum type="arabicPeriod"/>
              <a:defRPr sz="1200"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92100" lvl="4" marL="228600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AutoNum type="arabicPeriod"/>
              <a:defRPr sz="1000"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g3fb06dc4fd7_7_151"/>
          <p:cNvSpPr txBox="1"/>
          <p:nvPr>
            <p:ph idx="12" type="sldNum"/>
          </p:nvPr>
        </p:nvSpPr>
        <p:spPr>
          <a:xfrm>
            <a:off x="3772452" y="4921727"/>
            <a:ext cx="14400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사용자 지정 레이아웃">
  <p:cSld name="사용자 지정 레이아웃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fb06dc4fd7_7_1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657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fb06dc4fd7_7_156"/>
          <p:cNvSpPr txBox="1"/>
          <p:nvPr>
            <p:ph idx="12" type="sldNum"/>
          </p:nvPr>
        </p:nvSpPr>
        <p:spPr>
          <a:xfrm>
            <a:off x="3772452" y="4921727"/>
            <a:ext cx="14400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64" name="Google Shape;64;g3fb06dc4fd7_7_156"/>
          <p:cNvSpPr txBox="1"/>
          <p:nvPr>
            <p:ph type="title"/>
          </p:nvPr>
        </p:nvSpPr>
        <p:spPr>
          <a:xfrm>
            <a:off x="2928428" y="1821831"/>
            <a:ext cx="44925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50" lIns="75925" spcFirstLastPara="1" rIns="75925" wrap="square" tIns="37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Malgun Gothic"/>
              <a:buNone/>
              <a:defRPr b="1" sz="3200">
                <a:solidFill>
                  <a:srgbClr val="00206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사용자 지정 레이아웃">
  <p:cSld name="1_사용자 지정 레이아웃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g3fb06dc4fd7_7_1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g3fb06dc4fd7_7_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1516" y="4639216"/>
            <a:ext cx="980969" cy="21158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g3fb06dc4fd7_7_160"/>
          <p:cNvSpPr txBox="1"/>
          <p:nvPr>
            <p:ph idx="12" type="sldNum"/>
          </p:nvPr>
        </p:nvSpPr>
        <p:spPr>
          <a:xfrm>
            <a:off x="3772452" y="4921727"/>
            <a:ext cx="14400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fb06dc4fd7_7_134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1" name="Google Shape;41;g3fb06dc4fd7_7_134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2" name="Google Shape;42;g3fb06dc4fd7_7_13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3" name="Google Shape;43;g3fb06dc4fd7_7_13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4" name="Google Shape;44;g3fb06dc4fd7_7_13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"/>
          <p:cNvSpPr txBox="1"/>
          <p:nvPr>
            <p:ph idx="1" type="body"/>
          </p:nvPr>
        </p:nvSpPr>
        <p:spPr>
          <a:xfrm>
            <a:off x="251520" y="779180"/>
            <a:ext cx="8712968" cy="3751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0000" lvl="0" marL="271463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60"/>
              <a:buFont typeface="Arial"/>
              <a:buChar char="•"/>
            </a:pPr>
            <a:r>
              <a:rPr lang="ko-KR" sz="1600"/>
              <a:t>Ex1. 음료수 자판기 컨트롤러 예제에서 아래와 같이 Actor과 Use Case를 식별했다고 가정합니다. </a:t>
            </a:r>
            <a:endParaRPr/>
          </a:p>
          <a:p>
            <a:pPr indent="-180000" lvl="0" marL="271463" rtl="0" algn="l">
              <a:lnSpc>
                <a:spcPct val="120000"/>
              </a:lnSpc>
              <a:spcBef>
                <a:spcPts val="820"/>
              </a:spcBef>
              <a:spcAft>
                <a:spcPts val="0"/>
              </a:spcAft>
              <a:buClr>
                <a:schemeClr val="dk2"/>
              </a:buClr>
              <a:buSzPts val="1760"/>
              <a:buFont typeface="Arial"/>
              <a:buChar char="•"/>
            </a:pPr>
            <a:r>
              <a:rPr lang="ko-KR" sz="1600"/>
              <a:t>식별된 Actor와 Use Case간의 관계(Include/Extend Relationship)를 적절히 설계하여, </a:t>
            </a:r>
            <a:br>
              <a:rPr lang="ko-KR" sz="1600"/>
            </a:br>
            <a:r>
              <a:rPr lang="ko-KR" sz="1600"/>
              <a:t>Ex1. 의 초기 요구사항을 수용할 수 있는Use Case Diagram을 완성하세요</a:t>
            </a:r>
            <a:endParaRPr/>
          </a:p>
          <a:p>
            <a:pPr indent="-180000" lvl="0" marL="271463" rtl="0" algn="l">
              <a:lnSpc>
                <a:spcPct val="120000"/>
              </a:lnSpc>
              <a:spcBef>
                <a:spcPts val="820"/>
              </a:spcBef>
              <a:spcAft>
                <a:spcPts val="0"/>
              </a:spcAft>
              <a:buClr>
                <a:schemeClr val="dk2"/>
              </a:buClr>
              <a:buSzPts val="1760"/>
              <a:buFont typeface="Arial"/>
              <a:buChar char="•"/>
            </a:pPr>
            <a:r>
              <a:rPr lang="ko-KR" sz="1600"/>
              <a:t>아래 제시된 Use Case 외에 다른 Use Case는 없습니다.</a:t>
            </a:r>
            <a:endParaRPr/>
          </a:p>
        </p:txBody>
      </p:sp>
      <p:sp>
        <p:nvSpPr>
          <p:cNvPr id="74" name="Google Shape;74;p1"/>
          <p:cNvSpPr txBox="1"/>
          <p:nvPr>
            <p:ph type="title"/>
          </p:nvPr>
        </p:nvSpPr>
        <p:spPr>
          <a:xfrm>
            <a:off x="356400" y="-1229"/>
            <a:ext cx="8430220" cy="5315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50" lIns="75925" spcFirstLastPara="1" rIns="75925" wrap="square" tIns="379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algun Gothic"/>
              <a:buNone/>
            </a:pPr>
            <a:r>
              <a:rPr lang="ko-KR"/>
              <a:t>Ex2. Use Case Diagram 완성하기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"/>
          <p:cNvSpPr txBox="1"/>
          <p:nvPr>
            <p:ph type="title"/>
          </p:nvPr>
        </p:nvSpPr>
        <p:spPr>
          <a:xfrm>
            <a:off x="356400" y="-1229"/>
            <a:ext cx="8430220" cy="5315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50" lIns="75925" spcFirstLastPara="1" rIns="75925" wrap="square" tIns="379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algun Gothic"/>
              <a:buNone/>
            </a:pPr>
            <a:r>
              <a:rPr lang="ko-KR"/>
              <a:t>Ex2. Use Case Diagram 완성하기</a:t>
            </a:r>
            <a:endParaRPr/>
          </a:p>
        </p:txBody>
      </p:sp>
      <p:grpSp>
        <p:nvGrpSpPr>
          <p:cNvPr id="80" name="Google Shape;80;p2"/>
          <p:cNvGrpSpPr/>
          <p:nvPr/>
        </p:nvGrpSpPr>
        <p:grpSpPr>
          <a:xfrm>
            <a:off x="832009" y="1224901"/>
            <a:ext cx="534004" cy="741350"/>
            <a:chOff x="1531640" y="1275606"/>
            <a:chExt cx="534004" cy="741350"/>
          </a:xfrm>
        </p:grpSpPr>
        <p:pic>
          <p:nvPicPr>
            <p:cNvPr id="81" name="Google Shape;81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01293" y="1275606"/>
              <a:ext cx="371481" cy="464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" name="Google Shape;82;p2"/>
            <p:cNvSpPr txBox="1"/>
            <p:nvPr/>
          </p:nvSpPr>
          <p:spPr>
            <a:xfrm flipH="1">
              <a:off x="1531640" y="1739957"/>
              <a:ext cx="53400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고객</a:t>
              </a:r>
              <a:endPara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83" name="Google Shape;83;p2"/>
          <p:cNvGrpSpPr/>
          <p:nvPr/>
        </p:nvGrpSpPr>
        <p:grpSpPr>
          <a:xfrm>
            <a:off x="757396" y="2359876"/>
            <a:ext cx="660011" cy="741350"/>
            <a:chOff x="2107112" y="1275606"/>
            <a:chExt cx="660011" cy="741350"/>
          </a:xfrm>
        </p:grpSpPr>
        <p:pic>
          <p:nvPicPr>
            <p:cNvPr id="84" name="Google Shape;8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51378" y="1275606"/>
              <a:ext cx="371481" cy="464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85;p2"/>
            <p:cNvSpPr txBox="1"/>
            <p:nvPr/>
          </p:nvSpPr>
          <p:spPr>
            <a:xfrm flipH="1">
              <a:off x="2107112" y="1739957"/>
              <a:ext cx="6600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관리자</a:t>
              </a:r>
              <a:endPara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86" name="Google Shape;86;p2"/>
          <p:cNvGrpSpPr/>
          <p:nvPr/>
        </p:nvGrpSpPr>
        <p:grpSpPr>
          <a:xfrm>
            <a:off x="3671751" y="2283718"/>
            <a:ext cx="1347450" cy="884735"/>
            <a:chOff x="1475656" y="2129742"/>
            <a:chExt cx="1347450" cy="884735"/>
          </a:xfrm>
        </p:grpSpPr>
        <p:sp>
          <p:nvSpPr>
            <p:cNvPr id="87" name="Google Shape;87;p2"/>
            <p:cNvSpPr/>
            <p:nvPr/>
          </p:nvSpPr>
          <p:spPr>
            <a:xfrm>
              <a:off x="1568942" y="2129742"/>
              <a:ext cx="1160879" cy="464351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8" name="Google Shape;88;p2"/>
            <p:cNvSpPr txBox="1"/>
            <p:nvPr/>
          </p:nvSpPr>
          <p:spPr>
            <a:xfrm flipH="1">
              <a:off x="1475656" y="2614367"/>
              <a:ext cx="134745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거스름돈 없을 경우 처리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89" name="Google Shape;89;p2"/>
          <p:cNvGrpSpPr/>
          <p:nvPr/>
        </p:nvGrpSpPr>
        <p:grpSpPr>
          <a:xfrm>
            <a:off x="6962362" y="1268494"/>
            <a:ext cx="1609687" cy="730846"/>
            <a:chOff x="6379693" y="1268494"/>
            <a:chExt cx="1609687" cy="730846"/>
          </a:xfrm>
        </p:grpSpPr>
        <p:sp>
          <p:nvSpPr>
            <p:cNvPr id="90" name="Google Shape;90;p2"/>
            <p:cNvSpPr/>
            <p:nvPr/>
          </p:nvSpPr>
          <p:spPr>
            <a:xfrm>
              <a:off x="6604097" y="1268494"/>
              <a:ext cx="1160879" cy="464351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1" name="Google Shape;91;p2"/>
            <p:cNvSpPr txBox="1"/>
            <p:nvPr/>
          </p:nvSpPr>
          <p:spPr>
            <a:xfrm flipH="1">
              <a:off x="6379693" y="1753119"/>
              <a:ext cx="1609687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1일 거래량 출력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92" name="Google Shape;92;p2"/>
          <p:cNvGrpSpPr/>
          <p:nvPr/>
        </p:nvGrpSpPr>
        <p:grpSpPr>
          <a:xfrm>
            <a:off x="7016068" y="3435846"/>
            <a:ext cx="1502275" cy="884735"/>
            <a:chOff x="6433399" y="2129742"/>
            <a:chExt cx="1502275" cy="884735"/>
          </a:xfrm>
        </p:grpSpPr>
        <p:sp>
          <p:nvSpPr>
            <p:cNvPr id="93" name="Google Shape;93;p2"/>
            <p:cNvSpPr/>
            <p:nvPr/>
          </p:nvSpPr>
          <p:spPr>
            <a:xfrm>
              <a:off x="6604097" y="2129742"/>
              <a:ext cx="1160879" cy="464351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4" name="Google Shape;94;p2"/>
            <p:cNvSpPr txBox="1"/>
            <p:nvPr/>
          </p:nvSpPr>
          <p:spPr>
            <a:xfrm flipH="1">
              <a:off x="6433399" y="2614367"/>
              <a:ext cx="150227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투입금액 부족시 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처리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95" name="Google Shape;95;p2"/>
          <p:cNvGrpSpPr/>
          <p:nvPr/>
        </p:nvGrpSpPr>
        <p:grpSpPr>
          <a:xfrm>
            <a:off x="3765037" y="1268494"/>
            <a:ext cx="1160879" cy="732717"/>
            <a:chOff x="3120413" y="1268494"/>
            <a:chExt cx="1160879" cy="732717"/>
          </a:xfrm>
        </p:grpSpPr>
        <p:sp>
          <p:nvSpPr>
            <p:cNvPr id="96" name="Google Shape;96;p2"/>
            <p:cNvSpPr/>
            <p:nvPr/>
          </p:nvSpPr>
          <p:spPr>
            <a:xfrm>
              <a:off x="3120413" y="1268494"/>
              <a:ext cx="1160879" cy="464351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7" name="Google Shape;97;p2"/>
            <p:cNvSpPr txBox="1"/>
            <p:nvPr/>
          </p:nvSpPr>
          <p:spPr>
            <a:xfrm flipH="1">
              <a:off x="3120413" y="1753119"/>
              <a:ext cx="1160879" cy="248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구입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98" name="Google Shape;98;p2"/>
          <p:cNvGrpSpPr/>
          <p:nvPr/>
        </p:nvGrpSpPr>
        <p:grpSpPr>
          <a:xfrm>
            <a:off x="5380883" y="2283718"/>
            <a:ext cx="1502275" cy="884735"/>
            <a:chOff x="2949715" y="2142904"/>
            <a:chExt cx="1502275" cy="884735"/>
          </a:xfrm>
        </p:grpSpPr>
        <p:sp>
          <p:nvSpPr>
            <p:cNvPr id="99" name="Google Shape;99;p2"/>
            <p:cNvSpPr/>
            <p:nvPr/>
          </p:nvSpPr>
          <p:spPr>
            <a:xfrm>
              <a:off x="3120413" y="2142904"/>
              <a:ext cx="1160879" cy="464351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 flipH="1">
              <a:off x="2949715" y="2627529"/>
              <a:ext cx="150227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재고 부족시 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처리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01" name="Google Shape;101;p2"/>
          <p:cNvGrpSpPr/>
          <p:nvPr/>
        </p:nvGrpSpPr>
        <p:grpSpPr>
          <a:xfrm>
            <a:off x="3594339" y="3435846"/>
            <a:ext cx="1502275" cy="732717"/>
            <a:chOff x="2949715" y="3116897"/>
            <a:chExt cx="1502275" cy="732717"/>
          </a:xfrm>
        </p:grpSpPr>
        <p:sp>
          <p:nvSpPr>
            <p:cNvPr id="102" name="Google Shape;102;p2"/>
            <p:cNvSpPr/>
            <p:nvPr/>
          </p:nvSpPr>
          <p:spPr>
            <a:xfrm>
              <a:off x="3120413" y="3116897"/>
              <a:ext cx="1160879" cy="464351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3" name="Google Shape;103;p2"/>
            <p:cNvSpPr txBox="1"/>
            <p:nvPr/>
          </p:nvSpPr>
          <p:spPr>
            <a:xfrm flipH="1">
              <a:off x="2949715" y="3601522"/>
              <a:ext cx="1502275" cy="248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관리모드로 전환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5313079" y="1268494"/>
            <a:ext cx="1637882" cy="730846"/>
            <a:chOff x="4596901" y="1268494"/>
            <a:chExt cx="1637882" cy="730846"/>
          </a:xfrm>
        </p:grpSpPr>
        <p:sp>
          <p:nvSpPr>
            <p:cNvPr id="105" name="Google Shape;105;p2"/>
            <p:cNvSpPr/>
            <p:nvPr/>
          </p:nvSpPr>
          <p:spPr>
            <a:xfrm>
              <a:off x="4835403" y="1268494"/>
              <a:ext cx="1160879" cy="464351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 flipH="1">
              <a:off x="4596901" y="1753119"/>
              <a:ext cx="1637882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가격 수정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6929962" y="2283718"/>
            <a:ext cx="1674486" cy="884735"/>
            <a:chOff x="4578599" y="2129742"/>
            <a:chExt cx="1674486" cy="884735"/>
          </a:xfrm>
        </p:grpSpPr>
        <p:sp>
          <p:nvSpPr>
            <p:cNvPr id="108" name="Google Shape;108;p2"/>
            <p:cNvSpPr/>
            <p:nvPr/>
          </p:nvSpPr>
          <p:spPr>
            <a:xfrm>
              <a:off x="4835403" y="2129742"/>
              <a:ext cx="1160879" cy="464351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 flipH="1">
              <a:off x="4578599" y="2614367"/>
              <a:ext cx="167448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구매 취소시 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처리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10" name="Google Shape;110;p2"/>
          <p:cNvGrpSpPr/>
          <p:nvPr/>
        </p:nvGrpSpPr>
        <p:grpSpPr>
          <a:xfrm>
            <a:off x="5380883" y="3435846"/>
            <a:ext cx="1502275" cy="732717"/>
            <a:chOff x="4664705" y="3103735"/>
            <a:chExt cx="1502275" cy="732717"/>
          </a:xfrm>
        </p:grpSpPr>
        <p:sp>
          <p:nvSpPr>
            <p:cNvPr id="111" name="Google Shape;111;p2"/>
            <p:cNvSpPr/>
            <p:nvPr/>
          </p:nvSpPr>
          <p:spPr>
            <a:xfrm>
              <a:off x="4835403" y="3103735"/>
              <a:ext cx="1160879" cy="464351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2" name="Google Shape;112;p2"/>
            <p:cNvSpPr txBox="1"/>
            <p:nvPr/>
          </p:nvSpPr>
          <p:spPr>
            <a:xfrm flipH="1">
              <a:off x="4664705" y="3588360"/>
              <a:ext cx="1502275" cy="248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운영모드로 전환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13" name="Google Shape;113;p2"/>
          <p:cNvCxnSpPr/>
          <p:nvPr/>
        </p:nvCxnSpPr>
        <p:spPr>
          <a:xfrm>
            <a:off x="827584" y="3579862"/>
            <a:ext cx="1512168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4" name="Google Shape;114;p2"/>
          <p:cNvCxnSpPr/>
          <p:nvPr/>
        </p:nvCxnSpPr>
        <p:spPr>
          <a:xfrm>
            <a:off x="827584" y="4155926"/>
            <a:ext cx="1512168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b06dc4fd7_6_39"/>
          <p:cNvSpPr txBox="1"/>
          <p:nvPr>
            <p:ph type="title"/>
          </p:nvPr>
        </p:nvSpPr>
        <p:spPr>
          <a:xfrm>
            <a:off x="356400" y="-1229"/>
            <a:ext cx="84303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50" lIns="75925" spcFirstLastPara="1" rIns="75925" wrap="square" tIns="379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algun Gothic"/>
              <a:buNone/>
            </a:pPr>
            <a:r>
              <a:rPr lang="ko-KR"/>
              <a:t>Ex2. Use Case Diagram 완성하기</a:t>
            </a:r>
            <a:endParaRPr/>
          </a:p>
        </p:txBody>
      </p:sp>
      <p:grpSp>
        <p:nvGrpSpPr>
          <p:cNvPr id="120" name="Google Shape;120;g3fb06dc4fd7_6_39"/>
          <p:cNvGrpSpPr/>
          <p:nvPr/>
        </p:nvGrpSpPr>
        <p:grpSpPr>
          <a:xfrm>
            <a:off x="1106138" y="1016513"/>
            <a:ext cx="534000" cy="741251"/>
            <a:chOff x="1531644" y="1275606"/>
            <a:chExt cx="534000" cy="741251"/>
          </a:xfrm>
        </p:grpSpPr>
        <p:pic>
          <p:nvPicPr>
            <p:cNvPr id="121" name="Google Shape;121;g3fb06dc4fd7_6_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01293" y="1275606"/>
              <a:ext cx="371481" cy="464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g3fb06dc4fd7_6_39"/>
            <p:cNvSpPr txBox="1"/>
            <p:nvPr/>
          </p:nvSpPr>
          <p:spPr>
            <a:xfrm flipH="1">
              <a:off x="1531644" y="1739957"/>
              <a:ext cx="534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고객</a:t>
              </a:r>
              <a:endPara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3" name="Google Shape;123;g3fb06dc4fd7_6_39"/>
          <p:cNvGrpSpPr/>
          <p:nvPr/>
        </p:nvGrpSpPr>
        <p:grpSpPr>
          <a:xfrm>
            <a:off x="1170357" y="2737576"/>
            <a:ext cx="660000" cy="741251"/>
            <a:chOff x="2107123" y="1275606"/>
            <a:chExt cx="660000" cy="741251"/>
          </a:xfrm>
        </p:grpSpPr>
        <p:pic>
          <p:nvPicPr>
            <p:cNvPr id="124" name="Google Shape;124;g3fb06dc4fd7_6_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51378" y="1275606"/>
              <a:ext cx="371481" cy="464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25;g3fb06dc4fd7_6_39"/>
            <p:cNvSpPr txBox="1"/>
            <p:nvPr/>
          </p:nvSpPr>
          <p:spPr>
            <a:xfrm flipH="1">
              <a:off x="2107123" y="1739957"/>
              <a:ext cx="660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관리자</a:t>
              </a:r>
              <a:endPara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6" name="Google Shape;126;g3fb06dc4fd7_6_39"/>
          <p:cNvGrpSpPr/>
          <p:nvPr/>
        </p:nvGrpSpPr>
        <p:grpSpPr>
          <a:xfrm>
            <a:off x="3924025" y="530381"/>
            <a:ext cx="1638000" cy="723095"/>
            <a:chOff x="1330430" y="2129742"/>
            <a:chExt cx="1638000" cy="723095"/>
          </a:xfrm>
        </p:grpSpPr>
        <p:sp>
          <p:nvSpPr>
            <p:cNvPr id="127" name="Google Shape;127;g3fb06dc4fd7_6_39"/>
            <p:cNvSpPr/>
            <p:nvPr/>
          </p:nvSpPr>
          <p:spPr>
            <a:xfrm>
              <a:off x="1568942" y="2129742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8" name="Google Shape;128;g3fb06dc4fd7_6_39"/>
            <p:cNvSpPr txBox="1"/>
            <p:nvPr/>
          </p:nvSpPr>
          <p:spPr>
            <a:xfrm flipH="1">
              <a:off x="1330430" y="2606537"/>
              <a:ext cx="16380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거스름돈 없을 경우</a:t>
              </a:r>
              <a:r>
                <a:rPr lang="ko-KR"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처리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9" name="Google Shape;129;g3fb06dc4fd7_6_39"/>
          <p:cNvGrpSpPr/>
          <p:nvPr/>
        </p:nvGrpSpPr>
        <p:grpSpPr>
          <a:xfrm>
            <a:off x="2379274" y="2582719"/>
            <a:ext cx="1609800" cy="730925"/>
            <a:chOff x="6379580" y="1268494"/>
            <a:chExt cx="1609800" cy="730925"/>
          </a:xfrm>
        </p:grpSpPr>
        <p:sp>
          <p:nvSpPr>
            <p:cNvPr id="130" name="Google Shape;130;g3fb06dc4fd7_6_39"/>
            <p:cNvSpPr/>
            <p:nvPr/>
          </p:nvSpPr>
          <p:spPr>
            <a:xfrm>
              <a:off x="6604097" y="1268494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1" name="Google Shape;131;g3fb06dc4fd7_6_39"/>
            <p:cNvSpPr txBox="1"/>
            <p:nvPr/>
          </p:nvSpPr>
          <p:spPr>
            <a:xfrm flipH="1">
              <a:off x="6379580" y="1753119"/>
              <a:ext cx="16098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1일 거래량 출력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32" name="Google Shape;132;g3fb06dc4fd7_6_39"/>
          <p:cNvGrpSpPr/>
          <p:nvPr/>
        </p:nvGrpSpPr>
        <p:grpSpPr>
          <a:xfrm>
            <a:off x="5786893" y="2423221"/>
            <a:ext cx="1502400" cy="775650"/>
            <a:chOff x="6433399" y="2129742"/>
            <a:chExt cx="1502400" cy="775650"/>
          </a:xfrm>
        </p:grpSpPr>
        <p:sp>
          <p:nvSpPr>
            <p:cNvPr id="133" name="Google Shape;133;g3fb06dc4fd7_6_39"/>
            <p:cNvSpPr/>
            <p:nvPr/>
          </p:nvSpPr>
          <p:spPr>
            <a:xfrm>
              <a:off x="6604097" y="2129742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4" name="Google Shape;134;g3fb06dc4fd7_6_39"/>
            <p:cNvSpPr txBox="1"/>
            <p:nvPr/>
          </p:nvSpPr>
          <p:spPr>
            <a:xfrm flipH="1">
              <a:off x="6433399" y="2659092"/>
              <a:ext cx="1502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투입금액 부족시 처리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35" name="Google Shape;135;g3fb06dc4fd7_6_39"/>
          <p:cNvGrpSpPr/>
          <p:nvPr/>
        </p:nvGrpSpPr>
        <p:grpSpPr>
          <a:xfrm>
            <a:off x="2758566" y="1567381"/>
            <a:ext cx="1161121" cy="730925"/>
            <a:chOff x="3120292" y="1268494"/>
            <a:chExt cx="1161121" cy="730925"/>
          </a:xfrm>
        </p:grpSpPr>
        <p:sp>
          <p:nvSpPr>
            <p:cNvPr id="136" name="Google Shape;136;g3fb06dc4fd7_6_39"/>
            <p:cNvSpPr/>
            <p:nvPr/>
          </p:nvSpPr>
          <p:spPr>
            <a:xfrm>
              <a:off x="3120413" y="1268494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7" name="Google Shape;137;g3fb06dc4fd7_6_39"/>
            <p:cNvSpPr txBox="1"/>
            <p:nvPr/>
          </p:nvSpPr>
          <p:spPr>
            <a:xfrm flipH="1">
              <a:off x="3120292" y="1753119"/>
              <a:ext cx="11610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구입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38" name="Google Shape;138;g3fb06dc4fd7_6_39"/>
          <p:cNvGrpSpPr/>
          <p:nvPr/>
        </p:nvGrpSpPr>
        <p:grpSpPr>
          <a:xfrm>
            <a:off x="5340773" y="907981"/>
            <a:ext cx="1816200" cy="758795"/>
            <a:chOff x="2817230" y="2142904"/>
            <a:chExt cx="1816200" cy="758795"/>
          </a:xfrm>
        </p:grpSpPr>
        <p:sp>
          <p:nvSpPr>
            <p:cNvPr id="139" name="Google Shape;139;g3fb06dc4fd7_6_39"/>
            <p:cNvSpPr/>
            <p:nvPr/>
          </p:nvSpPr>
          <p:spPr>
            <a:xfrm>
              <a:off x="3120413" y="2142904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0" name="Google Shape;140;g3fb06dc4fd7_6_39"/>
            <p:cNvSpPr txBox="1"/>
            <p:nvPr/>
          </p:nvSpPr>
          <p:spPr>
            <a:xfrm flipH="1">
              <a:off x="2817230" y="2655399"/>
              <a:ext cx="1816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재고 부족시</a:t>
              </a:r>
              <a:r>
                <a:rPr lang="ko-KR"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처리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41" name="Google Shape;141;g3fb06dc4fd7_6_39"/>
          <p:cNvGrpSpPr/>
          <p:nvPr/>
        </p:nvGrpSpPr>
        <p:grpSpPr>
          <a:xfrm>
            <a:off x="4572002" y="3108084"/>
            <a:ext cx="1502400" cy="730925"/>
            <a:chOff x="2949590" y="3116897"/>
            <a:chExt cx="1502400" cy="730925"/>
          </a:xfrm>
        </p:grpSpPr>
        <p:sp>
          <p:nvSpPr>
            <p:cNvPr id="142" name="Google Shape;142;g3fb06dc4fd7_6_39"/>
            <p:cNvSpPr/>
            <p:nvPr/>
          </p:nvSpPr>
          <p:spPr>
            <a:xfrm>
              <a:off x="3120413" y="3116897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3" name="Google Shape;143;g3fb06dc4fd7_6_39"/>
            <p:cNvSpPr txBox="1"/>
            <p:nvPr/>
          </p:nvSpPr>
          <p:spPr>
            <a:xfrm flipH="1">
              <a:off x="2949590" y="3601522"/>
              <a:ext cx="1502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관리모드로 전환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44" name="Google Shape;144;g3fb06dc4fd7_6_39"/>
          <p:cNvGrpSpPr/>
          <p:nvPr/>
        </p:nvGrpSpPr>
        <p:grpSpPr>
          <a:xfrm>
            <a:off x="2382186" y="3361707"/>
            <a:ext cx="1638000" cy="730925"/>
            <a:chOff x="4596783" y="1268494"/>
            <a:chExt cx="1638000" cy="730925"/>
          </a:xfrm>
        </p:grpSpPr>
        <p:sp>
          <p:nvSpPr>
            <p:cNvPr id="145" name="Google Shape;145;g3fb06dc4fd7_6_39"/>
            <p:cNvSpPr/>
            <p:nvPr/>
          </p:nvSpPr>
          <p:spPr>
            <a:xfrm>
              <a:off x="4835403" y="1268494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6" name="Google Shape;146;g3fb06dc4fd7_6_39"/>
            <p:cNvSpPr txBox="1"/>
            <p:nvPr/>
          </p:nvSpPr>
          <p:spPr>
            <a:xfrm flipH="1">
              <a:off x="4596783" y="1753119"/>
              <a:ext cx="16380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가격 수정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47" name="Google Shape;147;g3fb06dc4fd7_6_39"/>
          <p:cNvGrpSpPr/>
          <p:nvPr/>
        </p:nvGrpSpPr>
        <p:grpSpPr>
          <a:xfrm>
            <a:off x="5700673" y="1714868"/>
            <a:ext cx="1674600" cy="730925"/>
            <a:chOff x="4578485" y="2129742"/>
            <a:chExt cx="1674600" cy="730925"/>
          </a:xfrm>
        </p:grpSpPr>
        <p:sp>
          <p:nvSpPr>
            <p:cNvPr id="148" name="Google Shape;148;g3fb06dc4fd7_6_39"/>
            <p:cNvSpPr/>
            <p:nvPr/>
          </p:nvSpPr>
          <p:spPr>
            <a:xfrm>
              <a:off x="4835403" y="2129742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9" name="Google Shape;149;g3fb06dc4fd7_6_39"/>
            <p:cNvSpPr txBox="1"/>
            <p:nvPr/>
          </p:nvSpPr>
          <p:spPr>
            <a:xfrm flipH="1">
              <a:off x="4578485" y="2614367"/>
              <a:ext cx="1674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구매 취소시 처리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50" name="Google Shape;150;g3fb06dc4fd7_6_39"/>
          <p:cNvGrpSpPr/>
          <p:nvPr/>
        </p:nvGrpSpPr>
        <p:grpSpPr>
          <a:xfrm>
            <a:off x="4671608" y="3997059"/>
            <a:ext cx="1502400" cy="730925"/>
            <a:chOff x="4664580" y="3103735"/>
            <a:chExt cx="1502400" cy="730925"/>
          </a:xfrm>
        </p:grpSpPr>
        <p:sp>
          <p:nvSpPr>
            <p:cNvPr id="151" name="Google Shape;151;g3fb06dc4fd7_6_39"/>
            <p:cNvSpPr/>
            <p:nvPr/>
          </p:nvSpPr>
          <p:spPr>
            <a:xfrm>
              <a:off x="4835403" y="3103735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2" name="Google Shape;152;g3fb06dc4fd7_6_39"/>
            <p:cNvSpPr txBox="1"/>
            <p:nvPr/>
          </p:nvSpPr>
          <p:spPr>
            <a:xfrm flipH="1">
              <a:off x="4664580" y="3588360"/>
              <a:ext cx="1502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운영모드로 전환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53" name="Google Shape;153;g3fb06dc4fd7_6_39"/>
          <p:cNvCxnSpPr>
            <a:stCxn id="121" idx="3"/>
            <a:endCxn id="136" idx="2"/>
          </p:cNvCxnSpPr>
          <p:nvPr/>
        </p:nvCxnSpPr>
        <p:spPr>
          <a:xfrm>
            <a:off x="1547268" y="1248689"/>
            <a:ext cx="1211400" cy="5508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4" name="Google Shape;154;g3fb06dc4fd7_6_39"/>
          <p:cNvCxnSpPr>
            <a:stCxn id="145" idx="6"/>
          </p:cNvCxnSpPr>
          <p:nvPr/>
        </p:nvCxnSpPr>
        <p:spPr>
          <a:xfrm flipH="1" rot="10800000">
            <a:off x="3781806" y="3354807"/>
            <a:ext cx="972300" cy="2391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155" name="Google Shape;155;g3fb06dc4fd7_6_39"/>
          <p:cNvCxnSpPr>
            <a:stCxn id="124" idx="3"/>
            <a:endCxn id="130" idx="2"/>
          </p:cNvCxnSpPr>
          <p:nvPr/>
        </p:nvCxnSpPr>
        <p:spPr>
          <a:xfrm flipH="1" rot="10800000">
            <a:off x="1686093" y="2814951"/>
            <a:ext cx="917700" cy="1548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6" name="Google Shape;156;g3fb06dc4fd7_6_39"/>
          <p:cNvCxnSpPr>
            <a:stCxn id="130" idx="6"/>
            <a:endCxn id="157" idx="3"/>
          </p:cNvCxnSpPr>
          <p:nvPr/>
        </p:nvCxnSpPr>
        <p:spPr>
          <a:xfrm>
            <a:off x="3764791" y="2814919"/>
            <a:ext cx="1166700" cy="3111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158" name="Google Shape;158;g3fb06dc4fd7_6_39"/>
          <p:cNvSpPr txBox="1"/>
          <p:nvPr/>
        </p:nvSpPr>
        <p:spPr>
          <a:xfrm>
            <a:off x="3736200" y="3335300"/>
            <a:ext cx="9354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&lt;&lt;include&gt;&gt;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" name="Google Shape;157;g3fb06dc4fd7_6_39"/>
          <p:cNvSpPr txBox="1"/>
          <p:nvPr/>
        </p:nvSpPr>
        <p:spPr>
          <a:xfrm>
            <a:off x="3871951" y="2948379"/>
            <a:ext cx="10596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&lt;&lt;include&gt;&gt;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59" name="Google Shape;159;g3fb06dc4fd7_6_39"/>
          <p:cNvCxnSpPr>
            <a:stCxn id="127" idx="2"/>
            <a:endCxn id="136" idx="0"/>
          </p:cNvCxnSpPr>
          <p:nvPr/>
        </p:nvCxnSpPr>
        <p:spPr>
          <a:xfrm flipH="1">
            <a:off x="3339037" y="762581"/>
            <a:ext cx="823500" cy="8049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160" name="Google Shape;160;g3fb06dc4fd7_6_39"/>
          <p:cNvSpPr txBox="1"/>
          <p:nvPr/>
        </p:nvSpPr>
        <p:spPr>
          <a:xfrm>
            <a:off x="3339013" y="1051838"/>
            <a:ext cx="9354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&lt;&lt;extend&gt;&gt;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61" name="Google Shape;161;g3fb06dc4fd7_6_39"/>
          <p:cNvCxnSpPr>
            <a:stCxn id="139" idx="2"/>
            <a:endCxn id="136" idx="7"/>
          </p:cNvCxnSpPr>
          <p:nvPr/>
        </p:nvCxnSpPr>
        <p:spPr>
          <a:xfrm flipH="1">
            <a:off x="3749756" y="1140181"/>
            <a:ext cx="1894200" cy="4953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162" name="Google Shape;162;g3fb06dc4fd7_6_39"/>
          <p:cNvSpPr txBox="1"/>
          <p:nvPr/>
        </p:nvSpPr>
        <p:spPr>
          <a:xfrm>
            <a:off x="4162513" y="1265900"/>
            <a:ext cx="9354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&lt;&lt;extend&gt;&gt;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63" name="Google Shape;163;g3fb06dc4fd7_6_39"/>
          <p:cNvCxnSpPr>
            <a:stCxn id="148" idx="2"/>
            <a:endCxn id="136" idx="6"/>
          </p:cNvCxnSpPr>
          <p:nvPr/>
        </p:nvCxnSpPr>
        <p:spPr>
          <a:xfrm rot="10800000">
            <a:off x="3919691" y="1799468"/>
            <a:ext cx="2037900" cy="1476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164" name="Google Shape;164;g3fb06dc4fd7_6_39"/>
          <p:cNvCxnSpPr>
            <a:stCxn id="133" idx="2"/>
            <a:endCxn id="136" idx="5"/>
          </p:cNvCxnSpPr>
          <p:nvPr/>
        </p:nvCxnSpPr>
        <p:spPr>
          <a:xfrm rot="10800000">
            <a:off x="3749591" y="1963921"/>
            <a:ext cx="2208000" cy="6915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165" name="Google Shape;165;g3fb06dc4fd7_6_39"/>
          <p:cNvSpPr txBox="1"/>
          <p:nvPr/>
        </p:nvSpPr>
        <p:spPr>
          <a:xfrm>
            <a:off x="4104300" y="2048389"/>
            <a:ext cx="9354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&lt;&lt;extend&gt;&gt;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" name="Google Shape;166;g3fb06dc4fd7_6_39"/>
          <p:cNvSpPr txBox="1"/>
          <p:nvPr/>
        </p:nvSpPr>
        <p:spPr>
          <a:xfrm>
            <a:off x="4228700" y="1699749"/>
            <a:ext cx="9354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&lt;&lt;extend&gt;&gt;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67" name="Google Shape;167;g3fb06dc4fd7_6_39"/>
          <p:cNvCxnSpPr>
            <a:stCxn id="124" idx="3"/>
            <a:endCxn id="145" idx="2"/>
          </p:cNvCxnSpPr>
          <p:nvPr/>
        </p:nvCxnSpPr>
        <p:spPr>
          <a:xfrm>
            <a:off x="1686093" y="2969751"/>
            <a:ext cx="934800" cy="6243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8" name="Google Shape;168;g3fb06dc4fd7_6_39"/>
          <p:cNvCxnSpPr>
            <a:stCxn id="130" idx="6"/>
            <a:endCxn id="151" idx="2"/>
          </p:cNvCxnSpPr>
          <p:nvPr/>
        </p:nvCxnSpPr>
        <p:spPr>
          <a:xfrm>
            <a:off x="3764791" y="2814919"/>
            <a:ext cx="1077600" cy="14142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169" name="Google Shape;169;g3fb06dc4fd7_6_39"/>
          <p:cNvCxnSpPr>
            <a:endCxn id="170" idx="3"/>
          </p:cNvCxnSpPr>
          <p:nvPr/>
        </p:nvCxnSpPr>
        <p:spPr>
          <a:xfrm>
            <a:off x="3783701" y="3600250"/>
            <a:ext cx="1043400" cy="5967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171" name="Google Shape;171;g3fb06dc4fd7_6_39"/>
          <p:cNvSpPr txBox="1"/>
          <p:nvPr/>
        </p:nvSpPr>
        <p:spPr>
          <a:xfrm>
            <a:off x="3512400" y="3176900"/>
            <a:ext cx="10596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&lt;&lt;include&gt;&gt;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" name="Google Shape;170;g3fb06dc4fd7_6_39"/>
          <p:cNvSpPr txBox="1"/>
          <p:nvPr/>
        </p:nvSpPr>
        <p:spPr>
          <a:xfrm>
            <a:off x="3666101" y="3949300"/>
            <a:ext cx="1161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&lt;&lt;include&gt;&gt;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2021-01-19T01:45:28Z</dcterms:created>
  <dc:creator>강혜진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6" name="FLCMData">
    <vt:lpwstr>E1AE2D398CAC0C3C2F94AEB65746F46A619CD56D293C3557FA82FA8429584F1D4156720A9E6973378DA18241AAC819C23FED38C42CE9794F7AA024A4C6B1C94E</vt:lpwstr>
  </property>
</Properties>
</file>
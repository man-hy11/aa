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894" r:id="rId2"/>
    <p:sldId id="256" r:id="rId3"/>
    <p:sldId id="896" r:id="rId4"/>
    <p:sldId id="897" r:id="rId5"/>
    <p:sldId id="898" r:id="rId6"/>
    <p:sldId id="899" r:id="rId7"/>
    <p:sldId id="900" r:id="rId8"/>
    <p:sldId id="902" r:id="rId9"/>
    <p:sldId id="904" r:id="rId10"/>
    <p:sldId id="905" r:id="rId11"/>
    <p:sldId id="906" r:id="rId12"/>
    <p:sldId id="919" r:id="rId13"/>
    <p:sldId id="914" r:id="rId14"/>
    <p:sldId id="910" r:id="rId15"/>
    <p:sldId id="911" r:id="rId16"/>
    <p:sldId id="912" r:id="rId17"/>
    <p:sldId id="917" r:id="rId18"/>
    <p:sldId id="918" r:id="rId19"/>
    <p:sldId id="920" r:id="rId20"/>
    <p:sldId id="921" r:id="rId21"/>
    <p:sldId id="924" r:id="rId22"/>
    <p:sldId id="92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185F6-5C5F-4C75-BC7F-59C500CD6AAF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0B659-C355-4493-B5AD-667D0DBDE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407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1B158-41C3-4B34-A6B3-E1FB18B7B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0D3FB3-648F-43C3-843B-D7CE2F026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57246-EAAA-4BFD-A75C-94EDE2A9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0528E-DD4C-4B02-8B72-60A9F968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E5FE4-3823-423F-9120-04343DF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3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AABE8-97E8-411C-91BE-85DCFA15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676521-E8A3-426B-A17C-07D0E9147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77C3F-5AB0-43B4-B0DE-30D359C1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3D55B4-6505-4758-8E1D-65782FFE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A35E5-13E7-4B81-8767-E998ABD3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2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04471-30FF-4A85-983E-A52B1E74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E61B6-4E5E-49F3-894F-3FF30F33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786CE-87EB-428D-A975-5944FE95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70121-29F4-416C-B3B3-D121D63B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BB661-4DF5-4233-A701-5ADAE037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65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79C2B-ACCC-43A8-94A8-FA76C5E8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589034-F526-4798-946B-E368A9208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05982-6983-424D-A459-B47657015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DF84A3-B153-4E54-B38F-105FB00B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FA3C60-320A-4A1C-BF0C-C8123504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EEC1B2-37F2-4E88-BB30-6CF4BBAF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48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62319-D769-4304-8D5D-A6875418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09AC2-8A1E-4DBA-8F38-5499BC33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C9F8AF-6B32-44E4-B4F5-07845A12B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365191-67D9-49DF-AA03-5ABA25089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786AC9-7A95-4F50-A4C8-476803778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3619DD-A7E5-4688-8249-325EF0EA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AE5CA9-9C0A-4BC3-B7AC-23744891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856050-6462-4C4A-A0E7-D89E4B6F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21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DC5AF-6B6E-4AF1-BBFD-A91C507F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F916E4-4FFF-483A-B2DB-066CB4D1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29EFFF-C153-4664-A68F-3394A163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20FC9C-13E9-49B7-B8F2-4A216F34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67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3513FF-E04A-4E51-8357-559B88E7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8D89D3-BD84-4F41-A5DC-BAFC0561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D598A-E890-48D9-842C-4EE76F1F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DA716-536D-4FE0-9BD8-127FA861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70A97-9CCB-45BF-BC53-078D737A6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60422B-92A4-410B-BE5D-1C4A345AF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23FC99-692C-43E7-A351-7F756D39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39AC70-75F2-4142-A12E-6949F9B7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D1843C-A158-4C20-AF9F-1AE16FA4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23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ABB96-DB80-4E5A-B1F6-CF2C4579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3A20FC-29A1-4910-BFB0-F15DD8DE8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529C4-FDDF-4B1D-BE7B-11AE36707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12A2C8-679F-4E24-B66F-5AAD6A8F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F4F0CD-10F6-4C7A-8917-67DF6826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BF1D5F-08C8-4296-B426-5414A7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75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51F54-7004-4F1B-88A1-4837FC6F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2644A1-433A-4ADF-A5E4-0B28A9AB0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4F2EBA-9A69-4A6C-AF0D-8AA94A9A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91C5D2-54AE-492E-B12C-0945AD41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24DC2-FC9B-4C45-842A-71FC4413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19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5A56A5-D14D-4877-9CC4-629E9C53D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EE0D79-6B3E-4C75-BEC5-55E69320D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CD626E-63AA-43FA-A4E1-9848031B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09AFC-087C-45D6-9117-8EB3F28E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3A7A03-FD9B-4411-B077-0A02A193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819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667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33" spc="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33163" y="28842"/>
            <a:ext cx="11240293" cy="708708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3200" b="1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1012337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/>
          <a:lstStyle>
            <a:lvl1pPr marL="0" algn="ctr" defTabSz="1219170" rtl="0" eaLnBrk="1" latinLnBrk="1" hangingPunct="1">
              <a:defRPr lang="ko-KR" altLang="en-US" sz="1733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617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EB4DB8-F607-4C76-9430-BD0B9928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13BD11-D451-49CB-B3E6-5804373B0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B6D62-F3D6-454D-83C9-54D9AD8E8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9E8C2-6318-47C8-9A24-D17F29D862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5D5AB1-BBF4-428D-B586-72DC474CD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852ED-B491-4F4D-BDD2-7CC925B53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91508-CC60-49E1-9A91-AFF35DA509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6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  <a:r>
              <a:rPr lang="en-US" altLang="ko-KR" dirty="0"/>
              <a:t>) </a:t>
            </a:r>
            <a:r>
              <a:rPr lang="ko-KR" altLang="en-US" dirty="0"/>
              <a:t>문제 기술서 </a:t>
            </a:r>
            <a:r>
              <a:rPr lang="en-US" altLang="ko-KR" dirty="0"/>
              <a:t>–</a:t>
            </a:r>
            <a:r>
              <a:rPr lang="ko-KR" altLang="en-US" dirty="0"/>
              <a:t> 식당 주문 시스템</a:t>
            </a:r>
          </a:p>
        </p:txBody>
      </p:sp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5A0582E1-93F8-4A64-AA5E-D46BCA44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64" y="932723"/>
            <a:ext cx="11617291" cy="672075"/>
          </a:xfrm>
        </p:spPr>
        <p:txBody>
          <a:bodyPr>
            <a:normAutofit/>
          </a:bodyPr>
          <a:lstStyle/>
          <a:p>
            <a:r>
              <a:rPr lang="en-US" altLang="ko-KR" sz="1867" b="1" dirty="0"/>
              <a:t>System Overview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DE4E95-E615-4D96-ADAB-4D64693D3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84" y="1414352"/>
            <a:ext cx="5469016" cy="2489753"/>
          </a:xfrm>
          <a:prstGeom prst="rect">
            <a:avLst/>
          </a:prstGeom>
        </p:spPr>
      </p:pic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77E65BEE-8B70-4704-B600-A94A0EC39BCB}"/>
              </a:ext>
            </a:extLst>
          </p:cNvPr>
          <p:cNvSpPr txBox="1">
            <a:spLocks/>
          </p:cNvSpPr>
          <p:nvPr/>
        </p:nvSpPr>
        <p:spPr>
          <a:xfrm>
            <a:off x="6158162" y="932723"/>
            <a:ext cx="5406854" cy="5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42" indent="-239994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667" kern="12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21766" indent="-239994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kern="12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073124" indent="-239994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kern="12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432948" indent="-239994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794888" indent="-239994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33" kern="1200" spc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en-US" altLang="ko-KR" sz="1400" b="1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</a:rPr>
              <a:t>Software for the system must :</a:t>
            </a:r>
          </a:p>
          <a:p>
            <a:pPr marL="721342" lvl="1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식당 예약 및 예약 확인</a:t>
            </a:r>
            <a:endParaRPr lang="en-US" altLang="ko-KR" sz="1200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고객은 온라인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(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스마트폰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) 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또는 오프라인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(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식당 내 예약 키오스크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)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를 통해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, </a:t>
            </a:r>
            <a:r>
              <a:rPr lang="ko-KR" altLang="en-US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식당 예약</a:t>
            </a:r>
            <a:endParaRPr lang="en-US" altLang="ko-KR" sz="1200" b="1" dirty="0">
              <a:ln>
                <a:solidFill>
                  <a:prstClr val="black">
                    <a:alpha val="1000"/>
                  </a:prstClr>
                </a:solidFill>
              </a:ln>
              <a:solidFill>
                <a:srgbClr val="4156BD"/>
              </a:solidFill>
              <a:latin typeface="맑은 고딕"/>
            </a:endParaRPr>
          </a:p>
          <a:p>
            <a:pPr marL="1432524" lvl="3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예약 가능한 날짜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시간 확인 및 예약 진행</a:t>
            </a:r>
            <a:endParaRPr lang="en-US" altLang="ko-KR" sz="100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432524" lvl="3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예약 대표자 성명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연락처 입력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예약 인원 지정</a:t>
            </a:r>
            <a:endParaRPr lang="en-US" altLang="ko-KR" sz="1000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예약 내역 </a:t>
            </a:r>
            <a:r>
              <a:rPr lang="ko-KR" altLang="en-US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확인 및 변경</a:t>
            </a:r>
            <a:r>
              <a:rPr lang="en-US" altLang="ko-KR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/</a:t>
            </a:r>
            <a:r>
              <a:rPr lang="ko-KR" altLang="en-US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취소</a:t>
            </a:r>
            <a:endParaRPr lang="en-US" altLang="ko-KR" sz="1200" b="1" dirty="0">
              <a:ln>
                <a:solidFill>
                  <a:prstClr val="black">
                    <a:alpha val="1000"/>
                  </a:prstClr>
                </a:solidFill>
              </a:ln>
              <a:solidFill>
                <a:srgbClr val="4156BD"/>
              </a:solidFill>
              <a:latin typeface="맑은 고딕"/>
            </a:endParaRPr>
          </a:p>
          <a:p>
            <a:pPr marL="721342" lvl="1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메뉴 주문 및 결제</a:t>
            </a:r>
            <a:r>
              <a:rPr lang="en-US" altLang="ko-KR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주문 내역 확인</a:t>
            </a:r>
            <a:endParaRPr lang="en-US" altLang="ko-KR" sz="1200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고객은 주문 가능한 메뉴 목록 확인 및 선택한 </a:t>
            </a:r>
            <a:r>
              <a:rPr lang="ko-KR" altLang="en-US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메뉴 결제를 진행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함</a:t>
            </a:r>
            <a:endParaRPr lang="en-US" altLang="ko-KR" sz="120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</a:endParaRPr>
          </a:p>
          <a:p>
            <a:pPr marL="1432524" lvl="3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고객의 </a:t>
            </a:r>
            <a:r>
              <a:rPr lang="ko-KR" altLang="en-US" sz="10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  <a:ea typeface="맑은 고딕"/>
              </a:rPr>
              <a:t>결제 수단은 다양하게 지원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함 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카드 결제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계좌 이체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고객 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Point 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사용 등</a:t>
            </a:r>
            <a:r>
              <a:rPr lang="en-US" altLang="ko-KR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)</a:t>
            </a:r>
            <a:endParaRPr lang="en-US" altLang="ko-KR" sz="1000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주문 키오스크에서 </a:t>
            </a:r>
            <a:r>
              <a:rPr lang="ko-KR" altLang="en-US" sz="1200" b="1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  <a:ea typeface="맑은 고딕"/>
              </a:rPr>
              <a:t>메뉴 결제 내역을 확인</a:t>
            </a:r>
            <a:endParaRPr lang="en-US" altLang="ko-KR" sz="1200" b="1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srgbClr val="4156BD"/>
              </a:solidFill>
              <a:latin typeface="맑은 고딕"/>
              <a:ea typeface="맑은 고딕"/>
            </a:endParaRPr>
          </a:p>
          <a:p>
            <a:pPr marL="721342" lvl="1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spc="-93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주문서 확인 및 완성된 요리 전달</a:t>
            </a:r>
            <a:endParaRPr lang="en-US" altLang="ko-KR" sz="1200" spc="-93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요리사는 주문 테이블 번호 및 메뉴 확인</a:t>
            </a:r>
            <a:endParaRPr lang="en-US" altLang="ko-KR" sz="120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</a:endParaRPr>
          </a:p>
          <a:p>
            <a:pPr marL="1432524" lvl="3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주문서는 </a:t>
            </a:r>
            <a:r>
              <a:rPr lang="en-US" altLang="ko-KR" sz="10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10</a:t>
            </a:r>
            <a:r>
              <a:rPr lang="ko-KR" altLang="en-US" sz="10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</a:rPr>
              <a:t>초 이내</a:t>
            </a:r>
            <a:r>
              <a:rPr lang="ko-KR" altLang="en-US" sz="10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에 요리사에게 전달되어야 함</a:t>
            </a:r>
            <a:endParaRPr lang="en-US" altLang="ko-KR" sz="100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</a:rPr>
              <a:t>요리 완료 예정 시간 입력</a:t>
            </a:r>
            <a:endParaRPr lang="en-US" altLang="ko-KR" sz="120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latin typeface="맑은 고딕"/>
            </a:endParaRPr>
          </a:p>
          <a:p>
            <a:pPr marL="1072700" lvl="2" indent="-239601" defTabSz="1219170">
              <a:lnSpc>
                <a:spcPct val="100000"/>
              </a:lnSpc>
              <a:spcBef>
                <a:spcPct val="20000"/>
              </a:spcBef>
              <a:buClr>
                <a:srgbClr val="1F497D"/>
              </a:buClr>
              <a:defRPr/>
            </a:pP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완성한 요리를 주방 입구에 전달하고 서빙 로봇 제어 시스템에 요리 완료를 알려</a:t>
            </a:r>
            <a:r>
              <a:rPr lang="en-US" altLang="ko-KR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/>
              </a:rPr>
              <a:t>서빙 로봇이 주방 입구에 도착하여 </a:t>
            </a:r>
            <a:r>
              <a:rPr lang="ko-KR" altLang="en-US" sz="1200" b="1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latin typeface="맑은 고딕"/>
                <a:ea typeface="맑은 고딕"/>
              </a:rPr>
              <a:t>해당 테이블로 요리를 전달</a:t>
            </a:r>
            <a:endParaRPr lang="en-US" altLang="ko-KR" sz="1200" b="1" dirty="0">
              <a:ln>
                <a:solidFill>
                  <a:prstClr val="black">
                    <a:alpha val="1000"/>
                  </a:prstClr>
                </a:solidFill>
              </a:ln>
              <a:solidFill>
                <a:srgbClr val="4156BD"/>
              </a:solidFill>
              <a:latin typeface="맑은 고딕"/>
              <a:ea typeface="맑은 고딕"/>
            </a:endParaRPr>
          </a:p>
          <a:p>
            <a:pPr marL="481772" lvl="1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ko-KR" sz="1200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2374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78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3308636" y="436475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980943" y="4357543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F7463B-AF52-441B-8543-23EE3F9A157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836476" y="4562643"/>
            <a:ext cx="498979" cy="35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8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</p:cNvCxnSpPr>
          <p:nvPr/>
        </p:nvCxnSpPr>
        <p:spPr>
          <a:xfrm>
            <a:off x="9562437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3308636" y="436475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980943" y="4357543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408092" y="200359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OrderService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98496" cy="387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 flipV="1">
            <a:off x="3998237" y="2208692"/>
            <a:ext cx="409855" cy="265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A694442-2E1D-4277-959E-829DC6AA447A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836476" y="4562643"/>
            <a:ext cx="498979" cy="35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80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3308636" y="436475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980943" y="4357543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408092" y="200359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98496" cy="387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 flipV="1">
            <a:off x="3998237" y="2208692"/>
            <a:ext cx="409855" cy="265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5810830" y="2011571"/>
            <a:ext cx="12755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3"/>
            <a:endCxn id="48" idx="1"/>
          </p:cNvCxnSpPr>
          <p:nvPr/>
        </p:nvCxnSpPr>
        <p:spPr>
          <a:xfrm>
            <a:off x="5473136" y="2208692"/>
            <a:ext cx="337694" cy="7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086338" y="1751163"/>
            <a:ext cx="934120" cy="465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>
            <a:off x="7086338" y="2216671"/>
            <a:ext cx="952949" cy="62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086338" y="2216671"/>
            <a:ext cx="942710" cy="652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48" idx="2"/>
          </p:cNvCxnSpPr>
          <p:nvPr/>
        </p:nvCxnSpPr>
        <p:spPr>
          <a:xfrm flipV="1">
            <a:off x="3774160" y="2421771"/>
            <a:ext cx="2674424" cy="1942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4569859"/>
            <a:ext cx="300586" cy="2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01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3308636" y="436475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980943" y="4357543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408092" y="200359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98496" cy="387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 flipV="1">
            <a:off x="3998237" y="2208692"/>
            <a:ext cx="409855" cy="265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5810830" y="2011571"/>
            <a:ext cx="12755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3"/>
            <a:endCxn id="48" idx="1"/>
          </p:cNvCxnSpPr>
          <p:nvPr/>
        </p:nvCxnSpPr>
        <p:spPr>
          <a:xfrm>
            <a:off x="5473136" y="2208692"/>
            <a:ext cx="337694" cy="7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086338" y="1751163"/>
            <a:ext cx="934120" cy="465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>
            <a:off x="7086338" y="2216671"/>
            <a:ext cx="952949" cy="62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086338" y="2216671"/>
            <a:ext cx="942710" cy="652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48" idx="2"/>
          </p:cNvCxnSpPr>
          <p:nvPr/>
        </p:nvCxnSpPr>
        <p:spPr>
          <a:xfrm flipV="1">
            <a:off x="3774160" y="2421771"/>
            <a:ext cx="2674424" cy="1942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4569859"/>
            <a:ext cx="300586" cy="2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C34C08C-8669-4EF9-91C1-C9E4BBD509C7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239684" y="4562643"/>
            <a:ext cx="3741259" cy="7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836476" y="4562643"/>
            <a:ext cx="498979" cy="35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15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3308636" y="436475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980943" y="4357543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408092" y="200359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98496" cy="387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 flipV="1">
            <a:off x="3998237" y="2208692"/>
            <a:ext cx="409855" cy="265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5810830" y="2011571"/>
            <a:ext cx="12755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3"/>
            <a:endCxn id="48" idx="1"/>
          </p:cNvCxnSpPr>
          <p:nvPr/>
        </p:nvCxnSpPr>
        <p:spPr>
          <a:xfrm>
            <a:off x="5473136" y="2208692"/>
            <a:ext cx="337694" cy="7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086338" y="1751163"/>
            <a:ext cx="934120" cy="465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>
            <a:off x="7086338" y="2216671"/>
            <a:ext cx="952949" cy="62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086338" y="2216671"/>
            <a:ext cx="942710" cy="652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48" idx="2"/>
          </p:cNvCxnSpPr>
          <p:nvPr/>
        </p:nvCxnSpPr>
        <p:spPr>
          <a:xfrm flipV="1">
            <a:off x="3774160" y="2421771"/>
            <a:ext cx="2674424" cy="1942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4569859"/>
            <a:ext cx="300586" cy="2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C34C08C-8669-4EF9-91C1-C9E4BBD509C7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239684" y="4562643"/>
            <a:ext cx="3741259" cy="7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836476" y="4562643"/>
            <a:ext cx="498979" cy="35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C7E6255-313E-4FE2-96EC-983960E8CB05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3774160" y="2421771"/>
            <a:ext cx="1159790" cy="1942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DC9028A-FC99-452A-8CEF-B8F99FCA311E}"/>
              </a:ext>
            </a:extLst>
          </p:cNvPr>
          <p:cNvSpPr txBox="1"/>
          <p:nvPr/>
        </p:nvSpPr>
        <p:spPr>
          <a:xfrm>
            <a:off x="2850617" y="51549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marR="0" lvl="3" indent="-179705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주문서는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srgbClr val="4156B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 이내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 요리사에게 전달되어야 함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DB6C8E-E6CE-4333-A0DD-A4B387F8B8CC}"/>
              </a:ext>
            </a:extLst>
          </p:cNvPr>
          <p:cNvSpPr txBox="1"/>
          <p:nvPr/>
        </p:nvSpPr>
        <p:spPr>
          <a:xfrm>
            <a:off x="2850617" y="83938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marR="0" lvl="3" indent="-179705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주문변경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취소 등이 발생하면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프로세스 변경이 어렵겠지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?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04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879739" y="376438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025597" y="382121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282371" y="268341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272775" cy="1066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284134" cy="414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371205" y="2509794"/>
            <a:ext cx="934606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0"/>
            <a:endCxn id="62" idx="2"/>
          </p:cNvCxnSpPr>
          <p:nvPr/>
        </p:nvCxnSpPr>
        <p:spPr>
          <a:xfrm flipV="1">
            <a:off x="4814893" y="1930122"/>
            <a:ext cx="958136" cy="753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305811" y="1751163"/>
            <a:ext cx="714647" cy="963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305811" y="2278858"/>
            <a:ext cx="733476" cy="436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305811" y="2714894"/>
            <a:ext cx="723237" cy="154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62" idx="2"/>
          </p:cNvCxnSpPr>
          <p:nvPr/>
        </p:nvCxnSpPr>
        <p:spPr>
          <a:xfrm flipV="1">
            <a:off x="5345263" y="1930122"/>
            <a:ext cx="427766" cy="1834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3969489"/>
            <a:ext cx="1871689" cy="628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6881130" y="4026318"/>
            <a:ext cx="2454325" cy="571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5240507" y="1519922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0FE960-9994-4937-86C0-882B9A9D7552}"/>
              </a:ext>
            </a:extLst>
          </p:cNvPr>
          <p:cNvCxnSpPr>
            <a:cxnSpLocks/>
            <a:stCxn id="48" idx="0"/>
            <a:endCxn id="62" idx="2"/>
          </p:cNvCxnSpPr>
          <p:nvPr/>
        </p:nvCxnSpPr>
        <p:spPr>
          <a:xfrm flipH="1" flipV="1">
            <a:off x="5773029" y="1930122"/>
            <a:ext cx="1065479" cy="579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5011F41C-6FAE-438C-9AD4-FD8F763A8E4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H="1" flipV="1">
            <a:off x="5773029" y="1930122"/>
            <a:ext cx="680335" cy="1891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F65D67C-CB24-455D-94FB-73563DEF2191}"/>
              </a:ext>
            </a:extLst>
          </p:cNvPr>
          <p:cNvSpPr txBox="1"/>
          <p:nvPr/>
        </p:nvSpPr>
        <p:spPr>
          <a:xfrm>
            <a:off x="2850617" y="51549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Master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를 두고 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Slave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로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</a:rPr>
              <a:t>생성하여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프로세스를 진행 하자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!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EE77000-74ED-420B-B0DB-4FC2273982E7}"/>
              </a:ext>
            </a:extLst>
          </p:cNvPr>
          <p:cNvSpPr txBox="1"/>
          <p:nvPr/>
        </p:nvSpPr>
        <p:spPr>
          <a:xfrm>
            <a:off x="2850617" y="83938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marR="0" lvl="3" indent="-179705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주문이 많아지면 비효율적일 것 같다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05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879739" y="376438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025597" y="382121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387740" y="243460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78144" cy="818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389503" cy="1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970192" y="2421482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0"/>
            <a:endCxn id="62" idx="2"/>
          </p:cNvCxnSpPr>
          <p:nvPr/>
        </p:nvCxnSpPr>
        <p:spPr>
          <a:xfrm flipV="1">
            <a:off x="4755880" y="1913745"/>
            <a:ext cx="737195" cy="520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734520" y="1751163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734520" y="2278858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734520" y="2626582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62" idx="2"/>
          </p:cNvCxnSpPr>
          <p:nvPr/>
        </p:nvCxnSpPr>
        <p:spPr>
          <a:xfrm flipV="1">
            <a:off x="5345263" y="1913745"/>
            <a:ext cx="147812" cy="1850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3969489"/>
            <a:ext cx="1871689" cy="628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6881130" y="4026318"/>
            <a:ext cx="2454325" cy="571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4960553" y="1503545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0FE960-9994-4937-86C0-882B9A9D7552}"/>
              </a:ext>
            </a:extLst>
          </p:cNvPr>
          <p:cNvCxnSpPr>
            <a:cxnSpLocks/>
            <a:stCxn id="48" idx="0"/>
            <a:endCxn id="62" idx="2"/>
          </p:cNvCxnSpPr>
          <p:nvPr/>
        </p:nvCxnSpPr>
        <p:spPr>
          <a:xfrm flipH="1" flipV="1">
            <a:off x="5493075" y="1913745"/>
            <a:ext cx="1859281" cy="507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5011F41C-6FAE-438C-9AD4-FD8F763A8E4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H="1" flipV="1">
            <a:off x="5493075" y="1913745"/>
            <a:ext cx="960289" cy="1907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F65D67C-CB24-455D-94FB-73563DEF2191}"/>
              </a:ext>
            </a:extLst>
          </p:cNvPr>
          <p:cNvSpPr txBox="1"/>
          <p:nvPr/>
        </p:nvSpPr>
        <p:spPr>
          <a:xfrm>
            <a:off x="2850617" y="51549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Master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를 두고 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Slave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로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</a:rPr>
              <a:t>생성하여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프로세스를 진행 하자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!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EE77000-74ED-420B-B0DB-4FC2273982E7}"/>
              </a:ext>
            </a:extLst>
          </p:cNvPr>
          <p:cNvSpPr txBox="1"/>
          <p:nvPr/>
        </p:nvSpPr>
        <p:spPr>
          <a:xfrm>
            <a:off x="2850617" y="839381"/>
            <a:ext cx="673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marR="0" lvl="3" indent="-179705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 이내 신속하게 주방에 전달해야 하니 보강을 해보자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808E1-AC4A-4389-BFA4-EE2566AB99CB}"/>
              </a:ext>
            </a:extLst>
          </p:cNvPr>
          <p:cNvSpPr/>
          <p:nvPr/>
        </p:nvSpPr>
        <p:spPr>
          <a:xfrm>
            <a:off x="6431222" y="1453081"/>
            <a:ext cx="1065044" cy="5247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Order1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Order2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  <a:p>
            <a:pPr algn="ctr"/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CDAB27C-C5CA-4D71-8763-AFC45083DF26}"/>
              </a:ext>
            </a:extLst>
          </p:cNvPr>
          <p:cNvCxnSpPr>
            <a:cxnSpLocks/>
            <a:stCxn id="56" idx="1"/>
            <a:endCxn id="62" idx="3"/>
          </p:cNvCxnSpPr>
          <p:nvPr/>
        </p:nvCxnSpPr>
        <p:spPr>
          <a:xfrm flipH="1" flipV="1">
            <a:off x="6025597" y="1708645"/>
            <a:ext cx="405625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1CF721-89E3-4E1D-8457-0B204218CCFD}"/>
              </a:ext>
            </a:extLst>
          </p:cNvPr>
          <p:cNvCxnSpPr>
            <a:cxnSpLocks/>
            <a:stCxn id="40" idx="0"/>
            <a:endCxn id="56" idx="2"/>
          </p:cNvCxnSpPr>
          <p:nvPr/>
        </p:nvCxnSpPr>
        <p:spPr>
          <a:xfrm flipV="1">
            <a:off x="4755880" y="1977817"/>
            <a:ext cx="2207864" cy="456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107E50B-0900-4C21-9B19-FA6DA0358AF5}"/>
              </a:ext>
            </a:extLst>
          </p:cNvPr>
          <p:cNvCxnSpPr>
            <a:cxnSpLocks/>
            <a:stCxn id="28" idx="0"/>
            <a:endCxn id="56" idx="2"/>
          </p:cNvCxnSpPr>
          <p:nvPr/>
        </p:nvCxnSpPr>
        <p:spPr>
          <a:xfrm flipV="1">
            <a:off x="5345263" y="1977817"/>
            <a:ext cx="1618481" cy="1786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1E78C8D-AEB9-4420-B8C6-532B534F3CD5}"/>
              </a:ext>
            </a:extLst>
          </p:cNvPr>
          <p:cNvCxnSpPr>
            <a:cxnSpLocks/>
            <a:stCxn id="29" idx="0"/>
            <a:endCxn id="56" idx="2"/>
          </p:cNvCxnSpPr>
          <p:nvPr/>
        </p:nvCxnSpPr>
        <p:spPr>
          <a:xfrm flipV="1">
            <a:off x="6453364" y="1977817"/>
            <a:ext cx="510380" cy="1843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86F629C-4B80-4709-98DB-FF22B25B2F00}"/>
              </a:ext>
            </a:extLst>
          </p:cNvPr>
          <p:cNvCxnSpPr>
            <a:cxnSpLocks/>
            <a:stCxn id="48" idx="0"/>
            <a:endCxn id="56" idx="2"/>
          </p:cNvCxnSpPr>
          <p:nvPr/>
        </p:nvCxnSpPr>
        <p:spPr>
          <a:xfrm flipH="1" flipV="1">
            <a:off x="6963744" y="1977817"/>
            <a:ext cx="388612" cy="443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BA8B98DF-B4A1-403B-9DD7-C42E8519F7BF}"/>
              </a:ext>
            </a:extLst>
          </p:cNvPr>
          <p:cNvGrpSpPr/>
          <p:nvPr/>
        </p:nvGrpSpPr>
        <p:grpSpPr>
          <a:xfrm>
            <a:off x="4084099" y="1977817"/>
            <a:ext cx="2879645" cy="1786572"/>
            <a:chOff x="4084099" y="1977817"/>
            <a:chExt cx="2879645" cy="1786572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65D08C6-0B33-4C30-ABB2-3BF60AF0CF4E}"/>
                </a:ext>
              </a:extLst>
            </p:cNvPr>
            <p:cNvSpPr/>
            <p:nvPr/>
          </p:nvSpPr>
          <p:spPr>
            <a:xfrm>
              <a:off x="4084099" y="3123483"/>
              <a:ext cx="872552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Event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Observer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D0C0D1D6-5900-4184-AA1D-869E63C88CC5}"/>
                </a:ext>
              </a:extLst>
            </p:cNvPr>
            <p:cNvCxnSpPr>
              <a:cxnSpLocks/>
              <a:stCxn id="116" idx="3"/>
              <a:endCxn id="56" idx="2"/>
            </p:cNvCxnSpPr>
            <p:nvPr/>
          </p:nvCxnSpPr>
          <p:spPr>
            <a:xfrm flipV="1">
              <a:off x="4956651" y="1977817"/>
              <a:ext cx="2007093" cy="13507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83768144-9BA3-4E49-8167-271AC00FD171}"/>
                </a:ext>
              </a:extLst>
            </p:cNvPr>
            <p:cNvCxnSpPr>
              <a:cxnSpLocks/>
              <a:stCxn id="116" idx="2"/>
              <a:endCxn id="28" idx="0"/>
            </p:cNvCxnSpPr>
            <p:nvPr/>
          </p:nvCxnSpPr>
          <p:spPr>
            <a:xfrm>
              <a:off x="4520375" y="3533683"/>
              <a:ext cx="824888" cy="23070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81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60424" y="4316159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598170"/>
            <a:ext cx="463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879739" y="3764389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025597" y="382121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387740" y="243460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78144" cy="818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389503" cy="1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970192" y="2421482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222A876-C7E2-4A1A-990C-15732051DC14}"/>
              </a:ext>
            </a:extLst>
          </p:cNvPr>
          <p:cNvCxnSpPr>
            <a:cxnSpLocks/>
            <a:stCxn id="40" idx="0"/>
            <a:endCxn id="62" idx="2"/>
          </p:cNvCxnSpPr>
          <p:nvPr/>
        </p:nvCxnSpPr>
        <p:spPr>
          <a:xfrm flipV="1">
            <a:off x="4755880" y="1913745"/>
            <a:ext cx="737195" cy="520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734520" y="1751163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734520" y="2278858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734520" y="2626582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80779A-3F55-49F4-AE23-9FC4062B4C76}"/>
              </a:ext>
            </a:extLst>
          </p:cNvPr>
          <p:cNvCxnSpPr>
            <a:cxnSpLocks/>
            <a:stCxn id="28" idx="0"/>
            <a:endCxn id="62" idx="2"/>
          </p:cNvCxnSpPr>
          <p:nvPr/>
        </p:nvCxnSpPr>
        <p:spPr>
          <a:xfrm flipV="1">
            <a:off x="5345263" y="1913745"/>
            <a:ext cx="147812" cy="1850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3969489"/>
            <a:ext cx="1871689" cy="628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6881130" y="4026318"/>
            <a:ext cx="2454325" cy="571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4960553" y="1503545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0FE960-9994-4937-86C0-882B9A9D7552}"/>
              </a:ext>
            </a:extLst>
          </p:cNvPr>
          <p:cNvCxnSpPr>
            <a:cxnSpLocks/>
            <a:stCxn id="48" idx="0"/>
            <a:endCxn id="62" idx="2"/>
          </p:cNvCxnSpPr>
          <p:nvPr/>
        </p:nvCxnSpPr>
        <p:spPr>
          <a:xfrm flipH="1" flipV="1">
            <a:off x="5493075" y="1913745"/>
            <a:ext cx="1859281" cy="507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5011F41C-6FAE-438C-9AD4-FD8F763A8E4C}"/>
              </a:ext>
            </a:extLst>
          </p:cNvPr>
          <p:cNvCxnSpPr>
            <a:cxnSpLocks/>
            <a:stCxn id="29" idx="0"/>
            <a:endCxn id="62" idx="2"/>
          </p:cNvCxnSpPr>
          <p:nvPr/>
        </p:nvCxnSpPr>
        <p:spPr>
          <a:xfrm flipH="1" flipV="1">
            <a:off x="5493075" y="1913745"/>
            <a:ext cx="960289" cy="1907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F65D67C-CB24-455D-94FB-73563DEF2191}"/>
              </a:ext>
            </a:extLst>
          </p:cNvPr>
          <p:cNvSpPr txBox="1"/>
          <p:nvPr/>
        </p:nvSpPr>
        <p:spPr>
          <a:xfrm>
            <a:off x="2850617" y="51549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그냥 이벤트 베이스로 가도 되겠네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!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808E1-AC4A-4389-BFA4-EE2566AB99CB}"/>
              </a:ext>
            </a:extLst>
          </p:cNvPr>
          <p:cNvSpPr/>
          <p:nvPr/>
        </p:nvSpPr>
        <p:spPr>
          <a:xfrm>
            <a:off x="6431222" y="1453081"/>
            <a:ext cx="1065044" cy="5247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Order1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Order2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  <a:p>
            <a:pPr algn="ctr"/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CDAB27C-C5CA-4D71-8763-AFC45083DF26}"/>
              </a:ext>
            </a:extLst>
          </p:cNvPr>
          <p:cNvCxnSpPr>
            <a:cxnSpLocks/>
            <a:stCxn id="56" idx="1"/>
            <a:endCxn id="62" idx="3"/>
          </p:cNvCxnSpPr>
          <p:nvPr/>
        </p:nvCxnSpPr>
        <p:spPr>
          <a:xfrm flipH="1" flipV="1">
            <a:off x="6025597" y="1708645"/>
            <a:ext cx="405625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1CF721-89E3-4E1D-8457-0B204218CCFD}"/>
              </a:ext>
            </a:extLst>
          </p:cNvPr>
          <p:cNvCxnSpPr>
            <a:cxnSpLocks/>
            <a:stCxn id="40" idx="0"/>
            <a:endCxn id="56" idx="2"/>
          </p:cNvCxnSpPr>
          <p:nvPr/>
        </p:nvCxnSpPr>
        <p:spPr>
          <a:xfrm flipV="1">
            <a:off x="4755880" y="1977817"/>
            <a:ext cx="2207864" cy="456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107E50B-0900-4C21-9B19-FA6DA0358AF5}"/>
              </a:ext>
            </a:extLst>
          </p:cNvPr>
          <p:cNvCxnSpPr>
            <a:cxnSpLocks/>
            <a:stCxn id="28" idx="0"/>
            <a:endCxn id="56" idx="2"/>
          </p:cNvCxnSpPr>
          <p:nvPr/>
        </p:nvCxnSpPr>
        <p:spPr>
          <a:xfrm flipV="1">
            <a:off x="5345263" y="1977817"/>
            <a:ext cx="1618481" cy="1786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1E78C8D-AEB9-4420-B8C6-532B534F3CD5}"/>
              </a:ext>
            </a:extLst>
          </p:cNvPr>
          <p:cNvCxnSpPr>
            <a:cxnSpLocks/>
            <a:stCxn id="29" idx="0"/>
            <a:endCxn id="56" idx="2"/>
          </p:cNvCxnSpPr>
          <p:nvPr/>
        </p:nvCxnSpPr>
        <p:spPr>
          <a:xfrm flipV="1">
            <a:off x="6453364" y="1977817"/>
            <a:ext cx="510380" cy="1843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86F629C-4B80-4709-98DB-FF22B25B2F00}"/>
              </a:ext>
            </a:extLst>
          </p:cNvPr>
          <p:cNvCxnSpPr>
            <a:cxnSpLocks/>
            <a:stCxn id="48" idx="0"/>
            <a:endCxn id="56" idx="2"/>
          </p:cNvCxnSpPr>
          <p:nvPr/>
        </p:nvCxnSpPr>
        <p:spPr>
          <a:xfrm flipH="1" flipV="1">
            <a:off x="6963744" y="1977817"/>
            <a:ext cx="388612" cy="443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BA8B98DF-B4A1-403B-9DD7-C42E8519F7BF}"/>
              </a:ext>
            </a:extLst>
          </p:cNvPr>
          <p:cNvGrpSpPr/>
          <p:nvPr/>
        </p:nvGrpSpPr>
        <p:grpSpPr>
          <a:xfrm>
            <a:off x="4084099" y="1977817"/>
            <a:ext cx="2879645" cy="1786572"/>
            <a:chOff x="4084099" y="1977817"/>
            <a:chExt cx="2879645" cy="1786572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65D08C6-0B33-4C30-ABB2-3BF60AF0CF4E}"/>
                </a:ext>
              </a:extLst>
            </p:cNvPr>
            <p:cNvSpPr/>
            <p:nvPr/>
          </p:nvSpPr>
          <p:spPr>
            <a:xfrm>
              <a:off x="4084099" y="3123483"/>
              <a:ext cx="872552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Event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Observer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D0C0D1D6-5900-4184-AA1D-869E63C88CC5}"/>
                </a:ext>
              </a:extLst>
            </p:cNvPr>
            <p:cNvCxnSpPr>
              <a:cxnSpLocks/>
              <a:stCxn id="116" idx="3"/>
              <a:endCxn id="56" idx="2"/>
            </p:cNvCxnSpPr>
            <p:nvPr/>
          </p:nvCxnSpPr>
          <p:spPr>
            <a:xfrm flipV="1">
              <a:off x="4956651" y="1977817"/>
              <a:ext cx="2007093" cy="13507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83768144-9BA3-4E49-8167-271AC00FD171}"/>
                </a:ext>
              </a:extLst>
            </p:cNvPr>
            <p:cNvCxnSpPr>
              <a:cxnSpLocks/>
              <a:stCxn id="116" idx="2"/>
              <a:endCxn id="28" idx="0"/>
            </p:cNvCxnSpPr>
            <p:nvPr/>
          </p:nvCxnSpPr>
          <p:spPr>
            <a:xfrm>
              <a:off x="4520375" y="3533683"/>
              <a:ext cx="824888" cy="23070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222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86521" y="402488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35455" y="448636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9596864" y="4306898"/>
            <a:ext cx="489657" cy="291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488564" y="4231418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302517" y="423141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387740" y="243460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78144" cy="818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389503" cy="1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970192" y="2421482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734520" y="1751163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734520" y="2278858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734520" y="2626582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4436518"/>
            <a:ext cx="1480514" cy="161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7158050" y="4436518"/>
            <a:ext cx="2177405" cy="161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4960553" y="1503545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F65D67C-CB24-455D-94FB-73563DEF2191}"/>
              </a:ext>
            </a:extLst>
          </p:cNvPr>
          <p:cNvSpPr txBox="1"/>
          <p:nvPr/>
        </p:nvSpPr>
        <p:spPr>
          <a:xfrm>
            <a:off x="2851200" y="5156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그냥 이벤트 베이스로 가도 되겠네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!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808E1-AC4A-4389-BFA4-EE2566AB99CB}"/>
              </a:ext>
            </a:extLst>
          </p:cNvPr>
          <p:cNvSpPr/>
          <p:nvPr/>
        </p:nvSpPr>
        <p:spPr>
          <a:xfrm>
            <a:off x="6431222" y="1453081"/>
            <a:ext cx="1065044" cy="5247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Order1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Order2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  <a:p>
            <a:pPr algn="ctr"/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1CF721-89E3-4E1D-8457-0B204218CCFD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755880" y="2844800"/>
            <a:ext cx="37486" cy="278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107E50B-0900-4C21-9B19-FA6DA0358AF5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4954088" y="3533683"/>
            <a:ext cx="45952" cy="697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1E78C8D-AEB9-4420-B8C6-532B534F3CD5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6713199" y="3533683"/>
            <a:ext cx="17085" cy="697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65D08C6-0B33-4C30-ABB2-3BF60AF0CF4E}"/>
              </a:ext>
            </a:extLst>
          </p:cNvPr>
          <p:cNvSpPr/>
          <p:nvPr/>
        </p:nvSpPr>
        <p:spPr>
          <a:xfrm>
            <a:off x="4084098" y="3123483"/>
            <a:ext cx="3516851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9A810C-9798-4268-8673-8ADE5FC72037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7172076" y="2831682"/>
            <a:ext cx="180280" cy="291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0F1087F-8E51-4096-8A4D-0A10D61F44D8}"/>
              </a:ext>
            </a:extLst>
          </p:cNvPr>
          <p:cNvCxnSpPr>
            <a:cxnSpLocks/>
            <a:stCxn id="116" idx="0"/>
            <a:endCxn id="62" idx="2"/>
          </p:cNvCxnSpPr>
          <p:nvPr/>
        </p:nvCxnSpPr>
        <p:spPr>
          <a:xfrm flipH="1" flipV="1">
            <a:off x="5493075" y="1913745"/>
            <a:ext cx="349449" cy="1209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FC1982D-1F85-4F44-9185-96251CD80EFD}"/>
              </a:ext>
            </a:extLst>
          </p:cNvPr>
          <p:cNvCxnSpPr>
            <a:cxnSpLocks/>
            <a:stCxn id="56" idx="1"/>
            <a:endCxn id="62" idx="3"/>
          </p:cNvCxnSpPr>
          <p:nvPr/>
        </p:nvCxnSpPr>
        <p:spPr>
          <a:xfrm flipH="1" flipV="1">
            <a:off x="6025597" y="1708645"/>
            <a:ext cx="405625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24E1548-E30A-4DC2-B8CC-8BD6964974A3}"/>
              </a:ext>
            </a:extLst>
          </p:cNvPr>
          <p:cNvSpPr/>
          <p:nvPr/>
        </p:nvSpPr>
        <p:spPr>
          <a:xfrm>
            <a:off x="10097016" y="48865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회수 로봇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5FF6B9E-AEEC-47F2-851E-6E8AF4B8AE46}"/>
              </a:ext>
            </a:extLst>
          </p:cNvPr>
          <p:cNvCxnSpPr>
            <a:cxnSpLocks/>
            <a:stCxn id="12" idx="3"/>
            <a:endCxn id="64" idx="1"/>
          </p:cNvCxnSpPr>
          <p:nvPr/>
        </p:nvCxnSpPr>
        <p:spPr>
          <a:xfrm>
            <a:off x="9596864" y="4598171"/>
            <a:ext cx="500152" cy="570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16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36047" y="1198370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86521" y="402488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10141" y="1681822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17887" y="412511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193470" y="4588909"/>
            <a:ext cx="553171" cy="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71550" y="1677646"/>
            <a:ext cx="507057" cy="11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>
            <a:off x="9579296" y="4236921"/>
            <a:ext cx="507225" cy="69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69923" y="2283541"/>
            <a:ext cx="490002" cy="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82543" y="2888513"/>
            <a:ext cx="497488" cy="131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698277" y="235418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08514" y="217173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21134" y="2776705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47850"/>
            <a:ext cx="482042" cy="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65994"/>
            <a:ext cx="471765" cy="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488564" y="4231418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302517" y="423141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981322" y="1821677"/>
            <a:ext cx="164955" cy="26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959686" y="2465994"/>
            <a:ext cx="175232" cy="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28918" cy="42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>
            <a:off x="8891995" y="2278858"/>
            <a:ext cx="416519" cy="4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>
            <a:off x="8881756" y="2869442"/>
            <a:ext cx="439378" cy="19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387740" y="243460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78144" cy="818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389503" cy="16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970192" y="2421482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734520" y="1751163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734520" y="2278858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734520" y="2626582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3008050" y="4436518"/>
            <a:ext cx="1480514" cy="161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70" idx="1"/>
          </p:cNvCxnSpPr>
          <p:nvPr/>
        </p:nvCxnSpPr>
        <p:spPr>
          <a:xfrm flipV="1">
            <a:off x="7158050" y="4209695"/>
            <a:ext cx="576470" cy="226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4960553" y="1503545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F65D67C-CB24-455D-94FB-73563DEF2191}"/>
              </a:ext>
            </a:extLst>
          </p:cNvPr>
          <p:cNvSpPr txBox="1"/>
          <p:nvPr/>
        </p:nvSpPr>
        <p:spPr>
          <a:xfrm>
            <a:off x="2851200" y="5156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그냥 이벤트 베이스로 가도 되겠네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!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808E1-AC4A-4389-BFA4-EE2566AB99CB}"/>
              </a:ext>
            </a:extLst>
          </p:cNvPr>
          <p:cNvSpPr/>
          <p:nvPr/>
        </p:nvSpPr>
        <p:spPr>
          <a:xfrm>
            <a:off x="6431222" y="1453081"/>
            <a:ext cx="1065044" cy="5247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Order1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Order2</a:t>
            </a:r>
          </a:p>
          <a:p>
            <a:pPr algn="ct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  <a:p>
            <a:pPr algn="ctr"/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1CF721-89E3-4E1D-8457-0B204218CCFD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755880" y="2844800"/>
            <a:ext cx="37486" cy="278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107E50B-0900-4C21-9B19-FA6DA0358AF5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4954088" y="3533683"/>
            <a:ext cx="45952" cy="697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1E78C8D-AEB9-4420-B8C6-532B534F3CD5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6713199" y="3533683"/>
            <a:ext cx="17085" cy="697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65D08C6-0B33-4C30-ABB2-3BF60AF0CF4E}"/>
              </a:ext>
            </a:extLst>
          </p:cNvPr>
          <p:cNvSpPr/>
          <p:nvPr/>
        </p:nvSpPr>
        <p:spPr>
          <a:xfrm>
            <a:off x="4084098" y="3123483"/>
            <a:ext cx="3516851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9A810C-9798-4268-8673-8ADE5FC72037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7172076" y="2831682"/>
            <a:ext cx="180280" cy="291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0F1087F-8E51-4096-8A4D-0A10D61F44D8}"/>
              </a:ext>
            </a:extLst>
          </p:cNvPr>
          <p:cNvCxnSpPr>
            <a:cxnSpLocks/>
            <a:stCxn id="116" idx="0"/>
            <a:endCxn id="62" idx="2"/>
          </p:cNvCxnSpPr>
          <p:nvPr/>
        </p:nvCxnSpPr>
        <p:spPr>
          <a:xfrm flipH="1" flipV="1">
            <a:off x="5493075" y="1913745"/>
            <a:ext cx="349449" cy="1209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FC1982D-1F85-4F44-9185-96251CD80EFD}"/>
              </a:ext>
            </a:extLst>
          </p:cNvPr>
          <p:cNvCxnSpPr>
            <a:cxnSpLocks/>
            <a:stCxn id="56" idx="1"/>
            <a:endCxn id="62" idx="3"/>
          </p:cNvCxnSpPr>
          <p:nvPr/>
        </p:nvCxnSpPr>
        <p:spPr>
          <a:xfrm flipH="1" flipV="1">
            <a:off x="6025597" y="1708645"/>
            <a:ext cx="405625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24E1548-E30A-4DC2-B8CC-8BD6964974A3}"/>
              </a:ext>
            </a:extLst>
          </p:cNvPr>
          <p:cNvSpPr/>
          <p:nvPr/>
        </p:nvSpPr>
        <p:spPr>
          <a:xfrm>
            <a:off x="10097016" y="48865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회수 로봇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5FF6B9E-AEEC-47F2-851E-6E8AF4B8AE46}"/>
              </a:ext>
            </a:extLst>
          </p:cNvPr>
          <p:cNvCxnSpPr>
            <a:cxnSpLocks/>
            <a:stCxn id="75" idx="3"/>
            <a:endCxn id="64" idx="1"/>
          </p:cNvCxnSpPr>
          <p:nvPr/>
        </p:nvCxnSpPr>
        <p:spPr>
          <a:xfrm>
            <a:off x="9564726" y="4835474"/>
            <a:ext cx="532290" cy="333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734520" y="4004595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SvRobot:RobotContrl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730867" y="470997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RtRobot:RobotContr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70" idx="3"/>
            <a:endCxn id="12" idx="1"/>
          </p:cNvCxnSpPr>
          <p:nvPr/>
        </p:nvCxnSpPr>
        <p:spPr>
          <a:xfrm>
            <a:off x="8590053" y="4209695"/>
            <a:ext cx="727834" cy="27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29" idx="3"/>
            <a:endCxn id="71" idx="1"/>
          </p:cNvCxnSpPr>
          <p:nvPr/>
        </p:nvCxnSpPr>
        <p:spPr>
          <a:xfrm>
            <a:off x="7158050" y="4436518"/>
            <a:ext cx="572817" cy="478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03317" y="472366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5FF6B9E-AEEC-47F2-851E-6E8AF4B8AE46}"/>
              </a:ext>
            </a:extLst>
          </p:cNvPr>
          <p:cNvCxnSpPr>
            <a:cxnSpLocks/>
            <a:stCxn id="71" idx="3"/>
            <a:endCxn id="75" idx="1"/>
          </p:cNvCxnSpPr>
          <p:nvPr/>
        </p:nvCxnSpPr>
        <p:spPr>
          <a:xfrm flipV="1">
            <a:off x="8586400" y="4835474"/>
            <a:ext cx="716917" cy="79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47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B605C-DCBB-4EE4-BD10-FC53368BEF9A}"/>
              </a:ext>
            </a:extLst>
          </p:cNvPr>
          <p:cNvSpPr/>
          <p:nvPr/>
        </p:nvSpPr>
        <p:spPr>
          <a:xfrm>
            <a:off x="2808908" y="1251752"/>
            <a:ext cx="6618392" cy="41560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734520" y="4004595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SvRobot:</a:t>
            </a:r>
            <a:b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RContrpl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7730867" y="4709978"/>
            <a:ext cx="855533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RtRobot:</a:t>
            </a:r>
            <a:b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RControl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A1D5-3BCA-4D8E-A32A-3679B90ECCAC}"/>
              </a:ext>
            </a:extLst>
          </p:cNvPr>
          <p:cNvSpPr/>
          <p:nvPr/>
        </p:nvSpPr>
        <p:spPr>
          <a:xfrm>
            <a:off x="573985" y="1874369"/>
            <a:ext cx="633457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98ADA-B2FF-4E44-B59E-08655872ECCA}"/>
              </a:ext>
            </a:extLst>
          </p:cNvPr>
          <p:cNvSpPr/>
          <p:nvPr/>
        </p:nvSpPr>
        <p:spPr>
          <a:xfrm>
            <a:off x="1259130" y="43068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요리사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470E8A-500B-41C8-BA71-D13AD406201D}"/>
              </a:ext>
            </a:extLst>
          </p:cNvPr>
          <p:cNvSpPr/>
          <p:nvPr/>
        </p:nvSpPr>
        <p:spPr>
          <a:xfrm>
            <a:off x="10078607" y="1395635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(Card)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7F6D44-67ED-4EC6-963D-4D7133743220}"/>
              </a:ext>
            </a:extLst>
          </p:cNvPr>
          <p:cNvSpPr/>
          <p:nvPr/>
        </p:nvSpPr>
        <p:spPr>
          <a:xfrm>
            <a:off x="2719913" y="173604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B30D69-1A9D-41C4-981B-5C608E320EB8}"/>
              </a:ext>
            </a:extLst>
          </p:cNvPr>
          <p:cNvSpPr/>
          <p:nvPr/>
        </p:nvSpPr>
        <p:spPr>
          <a:xfrm>
            <a:off x="2746641" y="4486364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916C9-713A-4DBB-A74B-56F24D7365C5}"/>
              </a:ext>
            </a:extLst>
          </p:cNvPr>
          <p:cNvSpPr/>
          <p:nvPr/>
        </p:nvSpPr>
        <p:spPr>
          <a:xfrm>
            <a:off x="9357766" y="168182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D7142-1B22-498C-90D0-B674B2E916EA}"/>
              </a:ext>
            </a:extLst>
          </p:cNvPr>
          <p:cNvCxnSpPr>
            <a:cxnSpLocks/>
            <a:stCxn id="5" idx="3"/>
            <a:endCxn id="233" idx="1"/>
          </p:cNvCxnSpPr>
          <p:nvPr/>
        </p:nvCxnSpPr>
        <p:spPr>
          <a:xfrm flipV="1">
            <a:off x="1207442" y="1857107"/>
            <a:ext cx="396972" cy="299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C94F02-2DBC-41DA-8D5D-8572F140943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2193470" y="4558364"/>
            <a:ext cx="553171" cy="30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BEBE95-C2B6-441D-87E2-D26AEFF7DC3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9501766" y="1677646"/>
            <a:ext cx="576841" cy="7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51C91D-096B-4C8C-8378-DFC5B3FD8C9B}"/>
              </a:ext>
            </a:extLst>
          </p:cNvPr>
          <p:cNvSpPr/>
          <p:nvPr/>
        </p:nvSpPr>
        <p:spPr>
          <a:xfrm>
            <a:off x="10059925" y="206220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(Cache)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D48E59-5A66-49F7-815C-FEEE90EFFFD6}"/>
              </a:ext>
            </a:extLst>
          </p:cNvPr>
          <p:cNvSpPr/>
          <p:nvPr/>
        </p:nvSpPr>
        <p:spPr>
          <a:xfrm>
            <a:off x="10080031" y="2738036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간편결재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672811-7851-4687-8076-236467F84DFC}"/>
              </a:ext>
            </a:extLst>
          </p:cNvPr>
          <p:cNvCxnSpPr>
            <a:cxnSpLocks/>
            <a:stCxn id="127" idx="3"/>
            <a:endCxn id="58" idx="1"/>
          </p:cNvCxnSpPr>
          <p:nvPr/>
        </p:nvCxnSpPr>
        <p:spPr>
          <a:xfrm>
            <a:off x="9500139" y="2243733"/>
            <a:ext cx="559786" cy="100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A1144FE-E6C6-4551-980E-FF9690353B11}"/>
              </a:ext>
            </a:extLst>
          </p:cNvPr>
          <p:cNvCxnSpPr>
            <a:cxnSpLocks/>
            <a:stCxn id="128" idx="3"/>
            <a:endCxn id="59" idx="1"/>
          </p:cNvCxnSpPr>
          <p:nvPr/>
        </p:nvCxnSpPr>
        <p:spPr>
          <a:xfrm>
            <a:off x="9512759" y="2848705"/>
            <a:ext cx="567272" cy="171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CAA26C-292A-477F-A3A7-57707A6CDF30}"/>
              </a:ext>
            </a:extLst>
          </p:cNvPr>
          <p:cNvCxnSpPr/>
          <p:nvPr/>
        </p:nvCxnSpPr>
        <p:spPr>
          <a:xfrm>
            <a:off x="11099830" y="3020047"/>
            <a:ext cx="461473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055684-7133-45BA-B50C-14B88F2F1C59}"/>
              </a:ext>
            </a:extLst>
          </p:cNvPr>
          <p:cNvSpPr/>
          <p:nvPr/>
        </p:nvSpPr>
        <p:spPr>
          <a:xfrm>
            <a:off x="2755427" y="2354186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EDE6624-5141-44EC-8466-603901162E41}"/>
              </a:ext>
            </a:extLst>
          </p:cNvPr>
          <p:cNvCxnSpPr>
            <a:cxnSpLocks/>
            <a:stCxn id="5" idx="3"/>
            <a:endCxn id="234" idx="1"/>
          </p:cNvCxnSpPr>
          <p:nvPr/>
        </p:nvCxnSpPr>
        <p:spPr>
          <a:xfrm>
            <a:off x="1207442" y="2156380"/>
            <a:ext cx="385613" cy="35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C160A9C-B207-47FA-8D82-2ECD2A4C676A}"/>
              </a:ext>
            </a:extLst>
          </p:cNvPr>
          <p:cNvSpPr/>
          <p:nvPr/>
        </p:nvSpPr>
        <p:spPr>
          <a:xfrm>
            <a:off x="9356139" y="217173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F41DC2-767E-4C5C-9EFC-6D2E2BD017CB}"/>
              </a:ext>
            </a:extLst>
          </p:cNvPr>
          <p:cNvSpPr/>
          <p:nvPr/>
        </p:nvSpPr>
        <p:spPr>
          <a:xfrm>
            <a:off x="9368759" y="277670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4738EE-6996-43AF-81A5-E3B22A2E413B}"/>
              </a:ext>
            </a:extLst>
          </p:cNvPr>
          <p:cNvSpPr/>
          <p:nvPr/>
        </p:nvSpPr>
        <p:spPr>
          <a:xfrm>
            <a:off x="1604414" y="1652007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5D04DBF-2D46-40F9-A315-6ED7460C4EA9}"/>
              </a:ext>
            </a:extLst>
          </p:cNvPr>
          <p:cNvSpPr/>
          <p:nvPr/>
        </p:nvSpPr>
        <p:spPr>
          <a:xfrm>
            <a:off x="1593055" y="2304694"/>
            <a:ext cx="633457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E969EED-7B4E-47F4-A557-5B2C0B4E4B20}"/>
              </a:ext>
            </a:extLst>
          </p:cNvPr>
          <p:cNvCxnSpPr>
            <a:cxnSpLocks/>
            <a:stCxn id="233" idx="3"/>
            <a:endCxn id="9" idx="1"/>
          </p:cNvCxnSpPr>
          <p:nvPr/>
        </p:nvCxnSpPr>
        <p:spPr>
          <a:xfrm flipV="1">
            <a:off x="2237871" y="1808042"/>
            <a:ext cx="482042" cy="49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0E322BC-E99F-4292-8935-8E33941B470B}"/>
              </a:ext>
            </a:extLst>
          </p:cNvPr>
          <p:cNvCxnSpPr>
            <a:cxnSpLocks/>
            <a:stCxn id="234" idx="3"/>
            <a:endCxn id="95" idx="1"/>
          </p:cNvCxnSpPr>
          <p:nvPr/>
        </p:nvCxnSpPr>
        <p:spPr>
          <a:xfrm flipV="1">
            <a:off x="2226512" y="2426186"/>
            <a:ext cx="528915" cy="8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9B912-0E6B-451E-A482-70C1B39ADDBD}"/>
              </a:ext>
            </a:extLst>
          </p:cNvPr>
          <p:cNvSpPr/>
          <p:nvPr/>
        </p:nvSpPr>
        <p:spPr>
          <a:xfrm>
            <a:off x="4488564" y="4231418"/>
            <a:ext cx="93104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:Cooking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1584CC-47FF-48AB-A223-CE9F9206861F}"/>
              </a:ext>
            </a:extLst>
          </p:cNvPr>
          <p:cNvSpPr/>
          <p:nvPr/>
        </p:nvSpPr>
        <p:spPr>
          <a:xfrm>
            <a:off x="6302517" y="4231417"/>
            <a:ext cx="855533" cy="49238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:Delivery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96E2A0-7C98-421C-BCB4-40A41BEC9F2B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94E9DE9-F449-43F2-AB92-29EC4F8457F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0F6AAE-F36F-49AA-92CF-60049047BB92}"/>
              </a:ext>
            </a:extLst>
          </p:cNvPr>
          <p:cNvSpPr/>
          <p:nvPr/>
        </p:nvSpPr>
        <p:spPr>
          <a:xfrm>
            <a:off x="8020458" y="1546063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EB01DE-5C84-4566-89C6-92532D161C67}"/>
              </a:ext>
            </a:extLst>
          </p:cNvPr>
          <p:cNvSpPr/>
          <p:nvPr/>
        </p:nvSpPr>
        <p:spPr>
          <a:xfrm>
            <a:off x="8039287" y="2073758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8E73D-A19A-4735-B8F8-215A07ECF969}"/>
              </a:ext>
            </a:extLst>
          </p:cNvPr>
          <p:cNvSpPr/>
          <p:nvPr/>
        </p:nvSpPr>
        <p:spPr>
          <a:xfrm>
            <a:off x="8029048" y="2664342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C40641-AE97-4B0F-B6FA-1666F4695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2863913" y="1808042"/>
            <a:ext cx="282364" cy="13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47644A9-702C-4E3D-BE9E-7DD2C5444E63}"/>
              </a:ext>
            </a:extLst>
          </p:cNvPr>
          <p:cNvCxnSpPr>
            <a:cxnSpLocks/>
            <a:stCxn id="95" idx="3"/>
            <a:endCxn id="31" idx="1"/>
          </p:cNvCxnSpPr>
          <p:nvPr/>
        </p:nvCxnSpPr>
        <p:spPr>
          <a:xfrm>
            <a:off x="2899427" y="2426186"/>
            <a:ext cx="235491" cy="48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8B0E65E-339A-480A-8710-B1D0113DF32E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8781223" y="1751163"/>
            <a:ext cx="576543" cy="2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36B0AB-2CCC-48DA-8636-109F3A630B9F}"/>
              </a:ext>
            </a:extLst>
          </p:cNvPr>
          <p:cNvCxnSpPr>
            <a:cxnSpLocks/>
            <a:stCxn id="33" idx="3"/>
            <a:endCxn id="127" idx="1"/>
          </p:cNvCxnSpPr>
          <p:nvPr/>
        </p:nvCxnSpPr>
        <p:spPr>
          <a:xfrm flipV="1">
            <a:off x="8891995" y="2243733"/>
            <a:ext cx="464144" cy="35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72ECE8-30D9-49E6-8711-E39F5FAF1445}"/>
              </a:ext>
            </a:extLst>
          </p:cNvPr>
          <p:cNvCxnSpPr>
            <a:cxnSpLocks/>
            <a:stCxn id="34" idx="3"/>
            <a:endCxn id="128" idx="1"/>
          </p:cNvCxnSpPr>
          <p:nvPr/>
        </p:nvCxnSpPr>
        <p:spPr>
          <a:xfrm flipV="1">
            <a:off x="8881756" y="2848705"/>
            <a:ext cx="487003" cy="20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1C714-AC73-4554-B965-786B27D3857D}"/>
              </a:ext>
            </a:extLst>
          </p:cNvPr>
          <p:cNvSpPr/>
          <p:nvPr/>
        </p:nvSpPr>
        <p:spPr>
          <a:xfrm>
            <a:off x="4387740" y="2350522"/>
            <a:ext cx="736279" cy="49427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253E201-B043-41B2-9495-F02F7D22F4AF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4009596" y="1821677"/>
            <a:ext cx="378144" cy="77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A91C3E7-2056-44D6-B087-75667E81D03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3998237" y="2474364"/>
            <a:ext cx="389503" cy="123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6CA770-921D-4BE7-9EC0-D0C74FA0EEA4}"/>
              </a:ext>
            </a:extLst>
          </p:cNvPr>
          <p:cNvSpPr/>
          <p:nvPr/>
        </p:nvSpPr>
        <p:spPr>
          <a:xfrm>
            <a:off x="6970192" y="2421482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E55B8E3-9366-4261-B1C8-BD81D37D2BB6}"/>
              </a:ext>
            </a:extLst>
          </p:cNvPr>
          <p:cNvCxnSpPr>
            <a:cxnSpLocks/>
            <a:stCxn id="48" idx="3"/>
            <a:endCxn id="32" idx="1"/>
          </p:cNvCxnSpPr>
          <p:nvPr/>
        </p:nvCxnSpPr>
        <p:spPr>
          <a:xfrm flipV="1">
            <a:off x="7734520" y="1751163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8A5D9AC-B67B-46C9-B9DA-20DCD284248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7734520" y="2278858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6402A0B-E31B-48B0-AA02-57616F414913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7734520" y="2626582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7FAC59E-E283-4E9F-BCEC-0FC325799CBE}"/>
              </a:ext>
            </a:extLst>
          </p:cNvPr>
          <p:cNvCxnSpPr>
            <a:cxnSpLocks/>
            <a:stCxn id="28" idx="1"/>
            <a:endCxn id="10" idx="3"/>
          </p:cNvCxnSpPr>
          <p:nvPr/>
        </p:nvCxnSpPr>
        <p:spPr>
          <a:xfrm flipH="1">
            <a:off x="2890641" y="4436518"/>
            <a:ext cx="1597923" cy="121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79214A-6333-4BE7-B2E4-2BDED20329A7}"/>
              </a:ext>
            </a:extLst>
          </p:cNvPr>
          <p:cNvSpPr/>
          <p:nvPr/>
        </p:nvSpPr>
        <p:spPr>
          <a:xfrm>
            <a:off x="4960553" y="1503545"/>
            <a:ext cx="106504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 System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808E1-AC4A-4389-BFA4-EE2566AB99CB}"/>
              </a:ext>
            </a:extLst>
          </p:cNvPr>
          <p:cNvSpPr/>
          <p:nvPr/>
        </p:nvSpPr>
        <p:spPr>
          <a:xfrm>
            <a:off x="6431222" y="1453081"/>
            <a:ext cx="1065044" cy="5247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&lt;&lt;table&gt;&gt;</a:t>
            </a:r>
          </a:p>
          <a:p>
            <a:pPr algn="ctr">
              <a:lnSpc>
                <a:spcPts val="800"/>
              </a:lnSpc>
            </a:pPr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Order1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ts val="800"/>
              </a:lnSpc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Order2</a:t>
            </a:r>
          </a:p>
          <a:p>
            <a:pPr algn="ctr">
              <a:lnSpc>
                <a:spcPts val="800"/>
              </a:lnSpc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  <a:p>
            <a:pPr algn="ctr">
              <a:lnSpc>
                <a:spcPts val="800"/>
              </a:lnSpc>
            </a:pP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1CF721-89E3-4E1D-8457-0B204218CCFD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4755880" y="2844800"/>
            <a:ext cx="37486" cy="278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107E50B-0900-4C21-9B19-FA6DA0358AF5}"/>
              </a:ext>
            </a:extLst>
          </p:cNvPr>
          <p:cNvCxnSpPr>
            <a:cxnSpLocks/>
            <a:stCxn id="28" idx="0"/>
            <a:endCxn id="105" idx="2"/>
          </p:cNvCxnSpPr>
          <p:nvPr/>
        </p:nvCxnSpPr>
        <p:spPr>
          <a:xfrm flipH="1" flipV="1">
            <a:off x="4667590" y="3622323"/>
            <a:ext cx="286498" cy="609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1E78C8D-AEB9-4420-B8C6-532B534F3CD5}"/>
              </a:ext>
            </a:extLst>
          </p:cNvPr>
          <p:cNvCxnSpPr>
            <a:cxnSpLocks/>
            <a:stCxn id="29" idx="0"/>
            <a:endCxn id="107" idx="2"/>
          </p:cNvCxnSpPr>
          <p:nvPr/>
        </p:nvCxnSpPr>
        <p:spPr>
          <a:xfrm flipH="1" flipV="1">
            <a:off x="6455524" y="3633402"/>
            <a:ext cx="274760" cy="598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65D08C6-0B33-4C30-ABB2-3BF60AF0CF4E}"/>
              </a:ext>
            </a:extLst>
          </p:cNvPr>
          <p:cNvSpPr/>
          <p:nvPr/>
        </p:nvSpPr>
        <p:spPr>
          <a:xfrm>
            <a:off x="4084098" y="3123483"/>
            <a:ext cx="3516851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:Event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9A810C-9798-4268-8673-8ADE5FC72037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7172076" y="2831682"/>
            <a:ext cx="180280" cy="291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0F1087F-8E51-4096-8A4D-0A10D61F44D8}"/>
              </a:ext>
            </a:extLst>
          </p:cNvPr>
          <p:cNvCxnSpPr>
            <a:cxnSpLocks/>
            <a:stCxn id="116" idx="0"/>
            <a:endCxn id="62" idx="2"/>
          </p:cNvCxnSpPr>
          <p:nvPr/>
        </p:nvCxnSpPr>
        <p:spPr>
          <a:xfrm flipH="1" flipV="1">
            <a:off x="5493075" y="1913745"/>
            <a:ext cx="349449" cy="1209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FC1982D-1F85-4F44-9185-96251CD80EFD}"/>
              </a:ext>
            </a:extLst>
          </p:cNvPr>
          <p:cNvCxnSpPr>
            <a:cxnSpLocks/>
            <a:stCxn id="56" idx="1"/>
            <a:endCxn id="62" idx="3"/>
          </p:cNvCxnSpPr>
          <p:nvPr/>
        </p:nvCxnSpPr>
        <p:spPr>
          <a:xfrm flipH="1" flipV="1">
            <a:off x="6025597" y="1708645"/>
            <a:ext cx="405625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30DC3C9-F59A-4B09-BEEB-90E96C02975A}"/>
              </a:ext>
            </a:extLst>
          </p:cNvPr>
          <p:cNvSpPr txBox="1"/>
          <p:nvPr/>
        </p:nvSpPr>
        <p:spPr>
          <a:xfrm>
            <a:off x="2486923" y="1547416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B6F593-F7CC-4B6F-877B-4F464F20763D}"/>
              </a:ext>
            </a:extLst>
          </p:cNvPr>
          <p:cNvSpPr txBox="1"/>
          <p:nvPr/>
        </p:nvSpPr>
        <p:spPr>
          <a:xfrm>
            <a:off x="2895985" y="2494565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EBBAB0-447B-4AD5-99AC-3600C01A131E}"/>
              </a:ext>
            </a:extLst>
          </p:cNvPr>
          <p:cNvSpPr txBox="1"/>
          <p:nvPr/>
        </p:nvSpPr>
        <p:spPr>
          <a:xfrm>
            <a:off x="2335750" y="4588909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Chef</a:t>
            </a:r>
          </a:p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Terminal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BB46A23-8E57-4BA9-8E96-AB8F01F07755}"/>
              </a:ext>
            </a:extLst>
          </p:cNvPr>
          <p:cNvSpPr/>
          <p:nvPr/>
        </p:nvSpPr>
        <p:spPr>
          <a:xfrm>
            <a:off x="3064687" y="1726267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65222AB-7258-4647-BB29-5F3EE6E24E35}"/>
              </a:ext>
            </a:extLst>
          </p:cNvPr>
          <p:cNvSpPr/>
          <p:nvPr/>
        </p:nvSpPr>
        <p:spPr>
          <a:xfrm>
            <a:off x="3055353" y="2364348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1D7DCDF-E526-4685-873C-5DFA35BF4046}"/>
              </a:ext>
            </a:extLst>
          </p:cNvPr>
          <p:cNvSpPr/>
          <p:nvPr/>
        </p:nvSpPr>
        <p:spPr>
          <a:xfrm>
            <a:off x="3902114" y="1735639"/>
            <a:ext cx="169339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E8093AC-4553-4EB5-892A-960EDD8414DD}"/>
              </a:ext>
            </a:extLst>
          </p:cNvPr>
          <p:cNvSpPr/>
          <p:nvPr/>
        </p:nvSpPr>
        <p:spPr>
          <a:xfrm>
            <a:off x="3898186" y="2411958"/>
            <a:ext cx="169339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5669FD5-A91E-4198-9E0B-DEF74CBA0862}"/>
              </a:ext>
            </a:extLst>
          </p:cNvPr>
          <p:cNvSpPr/>
          <p:nvPr/>
        </p:nvSpPr>
        <p:spPr>
          <a:xfrm>
            <a:off x="4662661" y="303138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7D6E8E5-6157-4F6E-A221-BBC96D9592BE}"/>
              </a:ext>
            </a:extLst>
          </p:cNvPr>
          <p:cNvSpPr/>
          <p:nvPr/>
        </p:nvSpPr>
        <p:spPr>
          <a:xfrm>
            <a:off x="5767996" y="300254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F3B6B9A-6AD5-477C-A2A4-00AA4695F00A}"/>
              </a:ext>
            </a:extLst>
          </p:cNvPr>
          <p:cNvSpPr/>
          <p:nvPr/>
        </p:nvSpPr>
        <p:spPr>
          <a:xfrm>
            <a:off x="7100076" y="305148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8EB0BB-7148-4554-8E22-D05613640905}"/>
              </a:ext>
            </a:extLst>
          </p:cNvPr>
          <p:cNvSpPr/>
          <p:nvPr/>
        </p:nvSpPr>
        <p:spPr>
          <a:xfrm>
            <a:off x="6641199" y="3446581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F3CEA49-4180-4166-A662-9A0F8E1EAB5C}"/>
              </a:ext>
            </a:extLst>
          </p:cNvPr>
          <p:cNvSpPr/>
          <p:nvPr/>
        </p:nvSpPr>
        <p:spPr>
          <a:xfrm>
            <a:off x="4890058" y="3461227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FC00306-1B53-4AFE-BB54-CB2F0FF8D6C6}"/>
              </a:ext>
            </a:extLst>
          </p:cNvPr>
          <p:cNvSpPr/>
          <p:nvPr/>
        </p:nvSpPr>
        <p:spPr>
          <a:xfrm>
            <a:off x="5428554" y="189403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DE44F9A-B8EB-45A8-89ED-02D288207E20}"/>
              </a:ext>
            </a:extLst>
          </p:cNvPr>
          <p:cNvSpPr/>
          <p:nvPr/>
        </p:nvSpPr>
        <p:spPr>
          <a:xfrm>
            <a:off x="5933679" y="1627560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27FAD15-1395-4B95-976C-51668852B890}"/>
              </a:ext>
            </a:extLst>
          </p:cNvPr>
          <p:cNvSpPr/>
          <p:nvPr/>
        </p:nvSpPr>
        <p:spPr>
          <a:xfrm>
            <a:off x="6303494" y="1616577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DFDB282-41C5-4082-8DDD-FFB648076684}"/>
              </a:ext>
            </a:extLst>
          </p:cNvPr>
          <p:cNvSpPr/>
          <p:nvPr/>
        </p:nvSpPr>
        <p:spPr>
          <a:xfrm>
            <a:off x="7967287" y="16905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615A61D-6091-421D-8306-211F60297755}"/>
              </a:ext>
            </a:extLst>
          </p:cNvPr>
          <p:cNvSpPr/>
          <p:nvPr/>
        </p:nvSpPr>
        <p:spPr>
          <a:xfrm>
            <a:off x="7987091" y="2215264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8842B74-5DD7-43BC-849B-AFB16FF86654}"/>
              </a:ext>
            </a:extLst>
          </p:cNvPr>
          <p:cNvSpPr/>
          <p:nvPr/>
        </p:nvSpPr>
        <p:spPr>
          <a:xfrm>
            <a:off x="7918151" y="2795022"/>
            <a:ext cx="182109" cy="1121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36B0411-7836-45B1-AA5A-7F1C7BB9E929}"/>
              </a:ext>
            </a:extLst>
          </p:cNvPr>
          <p:cNvSpPr/>
          <p:nvPr/>
        </p:nvSpPr>
        <p:spPr>
          <a:xfrm>
            <a:off x="7671075" y="2518615"/>
            <a:ext cx="179580" cy="1608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E566164-B58B-4D51-95C6-641F6FA4CA65}"/>
              </a:ext>
            </a:extLst>
          </p:cNvPr>
          <p:cNvSpPr/>
          <p:nvPr/>
        </p:nvSpPr>
        <p:spPr>
          <a:xfrm>
            <a:off x="4820134" y="4108981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6277C91-18D7-4BF8-85DF-6679C0B56801}"/>
              </a:ext>
            </a:extLst>
          </p:cNvPr>
          <p:cNvSpPr/>
          <p:nvPr/>
        </p:nvSpPr>
        <p:spPr>
          <a:xfrm>
            <a:off x="4407249" y="4385589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5EEAF1B-FF88-4F05-AA38-2A943710FC77}"/>
              </a:ext>
            </a:extLst>
          </p:cNvPr>
          <p:cNvSpPr/>
          <p:nvPr/>
        </p:nvSpPr>
        <p:spPr>
          <a:xfrm>
            <a:off x="6662604" y="4174520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E076B98-07E7-451E-B841-B1FB4B097A8A}"/>
              </a:ext>
            </a:extLst>
          </p:cNvPr>
          <p:cNvSpPr/>
          <p:nvPr/>
        </p:nvSpPr>
        <p:spPr>
          <a:xfrm>
            <a:off x="7085409" y="4364518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1C1BE1-F5B1-460F-96AE-2D77CFEC6D45}"/>
              </a:ext>
            </a:extLst>
          </p:cNvPr>
          <p:cNvSpPr txBox="1"/>
          <p:nvPr/>
        </p:nvSpPr>
        <p:spPr>
          <a:xfrm>
            <a:off x="2851200" y="5156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포트정의도 해보자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091B2FE-D1C1-40CE-B02D-17775DC7A4BE}"/>
              </a:ext>
            </a:extLst>
          </p:cNvPr>
          <p:cNvSpPr txBox="1"/>
          <p:nvPr/>
        </p:nvSpPr>
        <p:spPr>
          <a:xfrm>
            <a:off x="2954864" y="1851729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B001AE-373D-4C9E-8C2E-71AB9A77D382}"/>
              </a:ext>
            </a:extLst>
          </p:cNvPr>
          <p:cNvSpPr txBox="1"/>
          <p:nvPr/>
        </p:nvSpPr>
        <p:spPr>
          <a:xfrm>
            <a:off x="4008873" y="4455425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Chef</a:t>
            </a:r>
          </a:p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Terminal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2C71B9-BEEC-4882-9570-C867952BF4AF}"/>
              </a:ext>
            </a:extLst>
          </p:cNvPr>
          <p:cNvSpPr txBox="1"/>
          <p:nvPr/>
        </p:nvSpPr>
        <p:spPr>
          <a:xfrm>
            <a:off x="4424594" y="4049472"/>
            <a:ext cx="437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450919D-3D77-4C57-9BDA-9CDA88B633BA}"/>
              </a:ext>
            </a:extLst>
          </p:cNvPr>
          <p:cNvSpPr txBox="1"/>
          <p:nvPr/>
        </p:nvSpPr>
        <p:spPr>
          <a:xfrm>
            <a:off x="5010430" y="3526022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2FDD4D-7083-44C8-9986-55D6E3340BFB}"/>
              </a:ext>
            </a:extLst>
          </p:cNvPr>
          <p:cNvSpPr txBox="1"/>
          <p:nvPr/>
        </p:nvSpPr>
        <p:spPr>
          <a:xfrm>
            <a:off x="6725616" y="3564138"/>
            <a:ext cx="6575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1D21F6D-5201-44D3-9288-0CC9FC7E7F86}"/>
              </a:ext>
            </a:extLst>
          </p:cNvPr>
          <p:cNvSpPr txBox="1"/>
          <p:nvPr/>
        </p:nvSpPr>
        <p:spPr>
          <a:xfrm>
            <a:off x="6843300" y="3145539"/>
            <a:ext cx="6575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BCB16A9-4BBE-457F-8460-91981DFEA5D8}"/>
              </a:ext>
            </a:extLst>
          </p:cNvPr>
          <p:cNvSpPr txBox="1"/>
          <p:nvPr/>
        </p:nvSpPr>
        <p:spPr>
          <a:xfrm>
            <a:off x="4346654" y="3144901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11227C7-7D9E-416E-AF0C-FC02C2644D12}"/>
              </a:ext>
            </a:extLst>
          </p:cNvPr>
          <p:cNvSpPr txBox="1"/>
          <p:nvPr/>
        </p:nvSpPr>
        <p:spPr>
          <a:xfrm>
            <a:off x="5150545" y="2904356"/>
            <a:ext cx="6575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88861C8-2FC9-4961-8015-06B8522FEBC5}"/>
              </a:ext>
            </a:extLst>
          </p:cNvPr>
          <p:cNvSpPr/>
          <p:nvPr/>
        </p:nvSpPr>
        <p:spPr>
          <a:xfrm>
            <a:off x="4595590" y="347832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B6B2C8-83B5-49E6-9FB6-E5876198F33E}"/>
              </a:ext>
            </a:extLst>
          </p:cNvPr>
          <p:cNvSpPr txBox="1"/>
          <p:nvPr/>
        </p:nvSpPr>
        <p:spPr>
          <a:xfrm>
            <a:off x="4088257" y="3500015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A7D31C5-97D3-4988-A35A-96B8C04DB2D6}"/>
              </a:ext>
            </a:extLst>
          </p:cNvPr>
          <p:cNvSpPr/>
          <p:nvPr/>
        </p:nvSpPr>
        <p:spPr>
          <a:xfrm>
            <a:off x="6383524" y="348940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461C1E-9FDD-4844-A58C-D6FB48A5B3F2}"/>
              </a:ext>
            </a:extLst>
          </p:cNvPr>
          <p:cNvSpPr txBox="1"/>
          <p:nvPr/>
        </p:nvSpPr>
        <p:spPr>
          <a:xfrm>
            <a:off x="5877381" y="3530203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AF68354-45E3-458B-9591-3BDCF71F8DF9}"/>
              </a:ext>
            </a:extLst>
          </p:cNvPr>
          <p:cNvSpPr txBox="1"/>
          <p:nvPr/>
        </p:nvSpPr>
        <p:spPr>
          <a:xfrm>
            <a:off x="6276707" y="4049472"/>
            <a:ext cx="437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0BDE01A-9363-43FA-A038-56B7FD5C631B}"/>
              </a:ext>
            </a:extLst>
          </p:cNvPr>
          <p:cNvSpPr/>
          <p:nvPr/>
        </p:nvSpPr>
        <p:spPr>
          <a:xfrm>
            <a:off x="5125553" y="4130544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C00CA9-E776-41BA-8D9C-D2B307EF8232}"/>
              </a:ext>
            </a:extLst>
          </p:cNvPr>
          <p:cNvSpPr txBox="1"/>
          <p:nvPr/>
        </p:nvSpPr>
        <p:spPr>
          <a:xfrm>
            <a:off x="5232059" y="4020316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6B0116DD-741E-4F02-960D-EF38E3284504}"/>
              </a:ext>
            </a:extLst>
          </p:cNvPr>
          <p:cNvCxnSpPr>
            <a:cxnSpLocks/>
            <a:stCxn id="110" idx="0"/>
            <a:endCxn id="78" idx="2"/>
          </p:cNvCxnSpPr>
          <p:nvPr/>
        </p:nvCxnSpPr>
        <p:spPr>
          <a:xfrm flipH="1" flipV="1">
            <a:off x="4962058" y="3605227"/>
            <a:ext cx="235495" cy="525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4C44B05-74D7-4CD6-BC62-8D7FA06852B2}"/>
              </a:ext>
            </a:extLst>
          </p:cNvPr>
          <p:cNvSpPr/>
          <p:nvPr/>
        </p:nvSpPr>
        <p:spPr>
          <a:xfrm>
            <a:off x="6898192" y="418564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2CD8A06-1A5D-44F8-B76C-A54F0A5E68CA}"/>
              </a:ext>
            </a:extLst>
          </p:cNvPr>
          <p:cNvSpPr txBox="1"/>
          <p:nvPr/>
        </p:nvSpPr>
        <p:spPr>
          <a:xfrm>
            <a:off x="7020501" y="4049472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FF599B74-80B6-48F5-83B8-63184FC83790}"/>
              </a:ext>
            </a:extLst>
          </p:cNvPr>
          <p:cNvCxnSpPr>
            <a:cxnSpLocks/>
            <a:stCxn id="113" idx="0"/>
            <a:endCxn id="76" idx="2"/>
          </p:cNvCxnSpPr>
          <p:nvPr/>
        </p:nvCxnSpPr>
        <p:spPr>
          <a:xfrm flipH="1" flipV="1">
            <a:off x="6713199" y="3590581"/>
            <a:ext cx="256993" cy="59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D3B53AF-2761-43B3-9151-D23437519114}"/>
              </a:ext>
            </a:extLst>
          </p:cNvPr>
          <p:cNvSpPr/>
          <p:nvPr/>
        </p:nvSpPr>
        <p:spPr>
          <a:xfrm>
            <a:off x="4683879" y="2765137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2D8A38F-26A9-47EF-AB37-708E5EB8AB6F}"/>
              </a:ext>
            </a:extLst>
          </p:cNvPr>
          <p:cNvSpPr txBox="1"/>
          <p:nvPr/>
        </p:nvSpPr>
        <p:spPr>
          <a:xfrm>
            <a:off x="4273414" y="2811462"/>
            <a:ext cx="437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3E96D5A-C2EB-465D-85C7-DB3C649F1756}"/>
              </a:ext>
            </a:extLst>
          </p:cNvPr>
          <p:cNvSpPr txBox="1"/>
          <p:nvPr/>
        </p:nvSpPr>
        <p:spPr>
          <a:xfrm>
            <a:off x="4875618" y="1906502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C30CAB6-F34E-47A6-889E-28BF3F6AD1FB}"/>
              </a:ext>
            </a:extLst>
          </p:cNvPr>
          <p:cNvSpPr/>
          <p:nvPr/>
        </p:nvSpPr>
        <p:spPr>
          <a:xfrm>
            <a:off x="7300171" y="276570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68BA1D0-93A0-4911-8831-5682A75F1942}"/>
              </a:ext>
            </a:extLst>
          </p:cNvPr>
          <p:cNvSpPr txBox="1"/>
          <p:nvPr/>
        </p:nvSpPr>
        <p:spPr>
          <a:xfrm>
            <a:off x="6789193" y="2809280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8923137-C5E1-4561-9C3D-A972663C2E66}"/>
              </a:ext>
            </a:extLst>
          </p:cNvPr>
          <p:cNvSpPr txBox="1"/>
          <p:nvPr/>
        </p:nvSpPr>
        <p:spPr>
          <a:xfrm>
            <a:off x="5972406" y="1751163"/>
            <a:ext cx="317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83CBD2C-1622-4D78-AE28-755D826B4D86}"/>
              </a:ext>
            </a:extLst>
          </p:cNvPr>
          <p:cNvSpPr txBox="1"/>
          <p:nvPr/>
        </p:nvSpPr>
        <p:spPr>
          <a:xfrm>
            <a:off x="5999538" y="141871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manger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FF28E5F-88F1-4FA1-A1CB-16FC0C2F2D14}"/>
              </a:ext>
            </a:extLst>
          </p:cNvPr>
          <p:cNvSpPr txBox="1"/>
          <p:nvPr/>
        </p:nvSpPr>
        <p:spPr>
          <a:xfrm>
            <a:off x="7288866" y="2228497"/>
            <a:ext cx="5886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DE24585-C084-44BB-99AE-1837A8651A49}"/>
              </a:ext>
            </a:extLst>
          </p:cNvPr>
          <p:cNvSpPr txBox="1"/>
          <p:nvPr/>
        </p:nvSpPr>
        <p:spPr>
          <a:xfrm>
            <a:off x="7564173" y="1487901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39AC36E-FA43-4950-BC6E-4873E8D220B5}"/>
              </a:ext>
            </a:extLst>
          </p:cNvPr>
          <p:cNvSpPr txBox="1"/>
          <p:nvPr/>
        </p:nvSpPr>
        <p:spPr>
          <a:xfrm>
            <a:off x="7808640" y="2038582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014C0D0-4486-4720-B178-AA0036BF82DF}"/>
              </a:ext>
            </a:extLst>
          </p:cNvPr>
          <p:cNvSpPr txBox="1"/>
          <p:nvPr/>
        </p:nvSpPr>
        <p:spPr>
          <a:xfrm>
            <a:off x="7611230" y="2877262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AA881C3-99D4-4A04-B0B4-73D144D678D2}"/>
              </a:ext>
            </a:extLst>
          </p:cNvPr>
          <p:cNvSpPr txBox="1"/>
          <p:nvPr/>
        </p:nvSpPr>
        <p:spPr>
          <a:xfrm>
            <a:off x="8934943" y="1528288"/>
            <a:ext cx="5549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CardSys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56BCB8D-7876-4D18-9F13-E968D0E7BDF1}"/>
              </a:ext>
            </a:extLst>
          </p:cNvPr>
          <p:cNvSpPr txBox="1"/>
          <p:nvPr/>
        </p:nvSpPr>
        <p:spPr>
          <a:xfrm>
            <a:off x="8963215" y="1995797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Cachesys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1379CF9-FC5B-4444-9BCC-C83D00534C55}"/>
              </a:ext>
            </a:extLst>
          </p:cNvPr>
          <p:cNvSpPr txBox="1"/>
          <p:nvPr/>
        </p:nvSpPr>
        <p:spPr>
          <a:xfrm>
            <a:off x="8925916" y="2575801"/>
            <a:ext cx="5277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Easysys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1DD9595-ED16-48FB-87D6-7D21D67A8B9D}"/>
              </a:ext>
            </a:extLst>
          </p:cNvPr>
          <p:cNvSpPr txBox="1"/>
          <p:nvPr/>
        </p:nvSpPr>
        <p:spPr>
          <a:xfrm>
            <a:off x="7132550" y="4516428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86B9829-5E87-4646-B3AE-6B5FA631225C}"/>
              </a:ext>
            </a:extLst>
          </p:cNvPr>
          <p:cNvSpPr txBox="1"/>
          <p:nvPr/>
        </p:nvSpPr>
        <p:spPr>
          <a:xfrm>
            <a:off x="9011998" y="4297379"/>
            <a:ext cx="570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SvRobot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49E14A3-C62E-4DFC-BA88-299C9651FCCC}"/>
              </a:ext>
            </a:extLst>
          </p:cNvPr>
          <p:cNvSpPr txBox="1"/>
          <p:nvPr/>
        </p:nvSpPr>
        <p:spPr>
          <a:xfrm>
            <a:off x="3965823" y="1584922"/>
            <a:ext cx="4363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DB446B8-199C-4798-9930-0CC2DD1836E3}"/>
              </a:ext>
            </a:extLst>
          </p:cNvPr>
          <p:cNvSpPr/>
          <p:nvPr/>
        </p:nvSpPr>
        <p:spPr>
          <a:xfrm>
            <a:off x="4288586" y="2544808"/>
            <a:ext cx="144457" cy="1533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6BABF33-CB55-46E7-BE17-E79AD9B0E399}"/>
              </a:ext>
            </a:extLst>
          </p:cNvPr>
          <p:cNvSpPr txBox="1"/>
          <p:nvPr/>
        </p:nvSpPr>
        <p:spPr>
          <a:xfrm>
            <a:off x="3755885" y="2623782"/>
            <a:ext cx="4363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F0BEAC3-F51C-452A-B1C3-AF058F1C82D1}"/>
              </a:ext>
            </a:extLst>
          </p:cNvPr>
          <p:cNvSpPr txBox="1"/>
          <p:nvPr/>
        </p:nvSpPr>
        <p:spPr>
          <a:xfrm>
            <a:off x="4212379" y="2184693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10C570D-17E4-416F-ADBC-6795333AB8EF}"/>
              </a:ext>
            </a:extLst>
          </p:cNvPr>
          <p:cNvSpPr/>
          <p:nvPr/>
        </p:nvSpPr>
        <p:spPr>
          <a:xfrm>
            <a:off x="8729434" y="1709468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ED07F758-D17B-40D8-8D50-B4FA69ECA6B2}"/>
              </a:ext>
            </a:extLst>
          </p:cNvPr>
          <p:cNvSpPr/>
          <p:nvPr/>
        </p:nvSpPr>
        <p:spPr>
          <a:xfrm>
            <a:off x="8814316" y="2214551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C2FC5396-0FF8-43BF-B881-CDD989EC227E}"/>
              </a:ext>
            </a:extLst>
          </p:cNvPr>
          <p:cNvSpPr/>
          <p:nvPr/>
        </p:nvSpPr>
        <p:spPr>
          <a:xfrm>
            <a:off x="8794664" y="2823262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A89E84F-EC64-4559-A125-47240E566D56}"/>
              </a:ext>
            </a:extLst>
          </p:cNvPr>
          <p:cNvSpPr/>
          <p:nvPr/>
        </p:nvSpPr>
        <p:spPr>
          <a:xfrm>
            <a:off x="6069405" y="3020387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7E6A048-598E-4BE2-A957-C76E576EAD24}"/>
              </a:ext>
            </a:extLst>
          </p:cNvPr>
          <p:cNvSpPr txBox="1"/>
          <p:nvPr/>
        </p:nvSpPr>
        <p:spPr>
          <a:xfrm>
            <a:off x="6162917" y="2899444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16F6559-5CC8-4650-AF2B-065483EC7E9F}"/>
              </a:ext>
            </a:extLst>
          </p:cNvPr>
          <p:cNvSpPr/>
          <p:nvPr/>
        </p:nvSpPr>
        <p:spPr>
          <a:xfrm>
            <a:off x="5711707" y="189403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0F2CA910-0949-4E1A-BE29-1D627CA9DD31}"/>
              </a:ext>
            </a:extLst>
          </p:cNvPr>
          <p:cNvCxnSpPr>
            <a:cxnSpLocks/>
            <a:stCxn id="142" idx="0"/>
            <a:endCxn id="144" idx="2"/>
          </p:cNvCxnSpPr>
          <p:nvPr/>
        </p:nvCxnSpPr>
        <p:spPr>
          <a:xfrm flipH="1" flipV="1">
            <a:off x="5783707" y="2038035"/>
            <a:ext cx="357698" cy="982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F093D6D-47F2-45BF-BBF6-ABEC6E166325}"/>
              </a:ext>
            </a:extLst>
          </p:cNvPr>
          <p:cNvSpPr txBox="1"/>
          <p:nvPr/>
        </p:nvSpPr>
        <p:spPr>
          <a:xfrm>
            <a:off x="5794329" y="1895163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command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2E9CF89-80DF-4245-A262-1877110313F8}"/>
              </a:ext>
            </a:extLst>
          </p:cNvPr>
          <p:cNvSpPr/>
          <p:nvPr/>
        </p:nvSpPr>
        <p:spPr>
          <a:xfrm>
            <a:off x="10086521" y="4024887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서빙 로봇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17887" y="4125113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FBABC89F-08C5-468B-829F-25E554845BC5}"/>
              </a:ext>
            </a:extLst>
          </p:cNvPr>
          <p:cNvCxnSpPr>
            <a:cxnSpLocks/>
            <a:stCxn id="152" idx="3"/>
            <a:endCxn id="147" idx="1"/>
          </p:cNvCxnSpPr>
          <p:nvPr/>
        </p:nvCxnSpPr>
        <p:spPr>
          <a:xfrm>
            <a:off x="9579296" y="4236921"/>
            <a:ext cx="507225" cy="69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7229409" y="4209695"/>
            <a:ext cx="505111" cy="226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24E1548-E30A-4DC2-B8CC-8BD6964974A3}"/>
              </a:ext>
            </a:extLst>
          </p:cNvPr>
          <p:cNvSpPr/>
          <p:nvPr/>
        </p:nvSpPr>
        <p:spPr>
          <a:xfrm>
            <a:off x="10097016" y="4886598"/>
            <a:ext cx="934340" cy="5640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회수 로봇</a:t>
            </a:r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55FF6B9E-AEEC-47F2-851E-6E8AF4B8AE46}"/>
              </a:ext>
            </a:extLst>
          </p:cNvPr>
          <p:cNvCxnSpPr>
            <a:cxnSpLocks/>
            <a:stCxn id="161" idx="3"/>
            <a:endCxn id="155" idx="1"/>
          </p:cNvCxnSpPr>
          <p:nvPr/>
        </p:nvCxnSpPr>
        <p:spPr>
          <a:xfrm>
            <a:off x="9564726" y="4835474"/>
            <a:ext cx="532290" cy="333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8590053" y="4209695"/>
            <a:ext cx="727834" cy="27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5AD09030-D9AF-4B3A-BC82-4A3BE9CC320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7229409" y="4436518"/>
            <a:ext cx="501458" cy="478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738D6C82-CBAC-46F9-BA7B-2E03F736D668}"/>
              </a:ext>
            </a:extLst>
          </p:cNvPr>
          <p:cNvSpPr/>
          <p:nvPr/>
        </p:nvSpPr>
        <p:spPr>
          <a:xfrm>
            <a:off x="9303317" y="4723666"/>
            <a:ext cx="261409" cy="223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55FF6B9E-AEEC-47F2-851E-6E8AF4B8AE46}"/>
              </a:ext>
            </a:extLst>
          </p:cNvPr>
          <p:cNvCxnSpPr>
            <a:cxnSpLocks/>
            <a:endCxn id="161" idx="1"/>
          </p:cNvCxnSpPr>
          <p:nvPr/>
        </p:nvCxnSpPr>
        <p:spPr>
          <a:xfrm flipV="1">
            <a:off x="8586400" y="4835474"/>
            <a:ext cx="716917" cy="79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E076B98-07E7-451E-B841-B1FB4B097A8A}"/>
              </a:ext>
            </a:extLst>
          </p:cNvPr>
          <p:cNvSpPr/>
          <p:nvPr/>
        </p:nvSpPr>
        <p:spPr>
          <a:xfrm>
            <a:off x="7662137" y="414157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E076B98-07E7-451E-B841-B1FB4B097A8A}"/>
              </a:ext>
            </a:extLst>
          </p:cNvPr>
          <p:cNvSpPr/>
          <p:nvPr/>
        </p:nvSpPr>
        <p:spPr>
          <a:xfrm>
            <a:off x="7663098" y="4833388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CE076B98-07E7-451E-B841-B1FB4B097A8A}"/>
              </a:ext>
            </a:extLst>
          </p:cNvPr>
          <p:cNvSpPr/>
          <p:nvPr/>
        </p:nvSpPr>
        <p:spPr>
          <a:xfrm>
            <a:off x="8532800" y="485546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E076B98-07E7-451E-B841-B1FB4B097A8A}"/>
              </a:ext>
            </a:extLst>
          </p:cNvPr>
          <p:cNvSpPr/>
          <p:nvPr/>
        </p:nvSpPr>
        <p:spPr>
          <a:xfrm>
            <a:off x="8527181" y="415070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86B9829-5E87-4646-B3AE-6B5FA631225C}"/>
              </a:ext>
            </a:extLst>
          </p:cNvPr>
          <p:cNvSpPr txBox="1"/>
          <p:nvPr/>
        </p:nvSpPr>
        <p:spPr>
          <a:xfrm>
            <a:off x="8905673" y="4946785"/>
            <a:ext cx="5629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RtRobot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1DD9595-ED16-48FB-87D6-7D21D67A8B9D}"/>
              </a:ext>
            </a:extLst>
          </p:cNvPr>
          <p:cNvSpPr txBox="1"/>
          <p:nvPr/>
        </p:nvSpPr>
        <p:spPr>
          <a:xfrm>
            <a:off x="7539129" y="3811072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comander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1DD9595-ED16-48FB-87D6-7D21D67A8B9D}"/>
              </a:ext>
            </a:extLst>
          </p:cNvPr>
          <p:cNvSpPr txBox="1"/>
          <p:nvPr/>
        </p:nvSpPr>
        <p:spPr>
          <a:xfrm>
            <a:off x="7163970" y="4977388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85000"/>
                    <a:lumOff val="15000"/>
                  </a:schemeClr>
                </a:solidFill>
              </a:rPr>
              <a:t>comander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739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C3EB46-AC19-4FB5-B9D1-6C89A03DA2B9}"/>
              </a:ext>
            </a:extLst>
          </p:cNvPr>
          <p:cNvSpPr/>
          <p:nvPr/>
        </p:nvSpPr>
        <p:spPr>
          <a:xfrm>
            <a:off x="3146277" y="161657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379524-C252-419E-B120-4F1DA9119795}"/>
              </a:ext>
            </a:extLst>
          </p:cNvPr>
          <p:cNvSpPr/>
          <p:nvPr/>
        </p:nvSpPr>
        <p:spPr>
          <a:xfrm>
            <a:off x="3134918" y="226926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BE48B5-9CA3-4B36-8708-A1AACE894F49}"/>
              </a:ext>
            </a:extLst>
          </p:cNvPr>
          <p:cNvSpPr/>
          <p:nvPr/>
        </p:nvSpPr>
        <p:spPr>
          <a:xfrm>
            <a:off x="4644915" y="195835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E608CD-4174-4723-AFA0-B518070C804D}"/>
              </a:ext>
            </a:extLst>
          </p:cNvPr>
          <p:cNvSpPr txBox="1"/>
          <p:nvPr/>
        </p:nvSpPr>
        <p:spPr>
          <a:xfrm>
            <a:off x="2828981" y="572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4715" lvl="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하나씩 설계해 보자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B26ED72-5F23-430E-8763-C93257367407}"/>
              </a:ext>
            </a:extLst>
          </p:cNvPr>
          <p:cNvSpPr/>
          <p:nvPr/>
        </p:nvSpPr>
        <p:spPr>
          <a:xfrm>
            <a:off x="2828981" y="1352550"/>
            <a:ext cx="1419169" cy="153352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22BE7-C4D1-430A-8642-DEE4CA1FB13E}"/>
              </a:ext>
            </a:extLst>
          </p:cNvPr>
          <p:cNvSpPr txBox="1"/>
          <p:nvPr/>
        </p:nvSpPr>
        <p:spPr>
          <a:xfrm>
            <a:off x="1847852" y="305060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주문이라는 공통 동장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0321A-233B-4E13-81A9-53B6C1601A65}"/>
              </a:ext>
            </a:extLst>
          </p:cNvPr>
          <p:cNvSpPr txBox="1"/>
          <p:nvPr/>
        </p:nvSpPr>
        <p:spPr>
          <a:xfrm>
            <a:off x="3381431" y="8364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4715" lvl="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Abstraction(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추상화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를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해본다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F2E4FD-3A06-4123-A252-45392BC36117}"/>
              </a:ext>
            </a:extLst>
          </p:cNvPr>
          <p:cNvSpPr txBox="1"/>
          <p:nvPr/>
        </p:nvSpPr>
        <p:spPr>
          <a:xfrm>
            <a:off x="3914777" y="246037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주문을 처리하는 컴포넌트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218C089-2A6F-457D-BDD7-96EF3C916976}"/>
              </a:ext>
            </a:extLst>
          </p:cNvPr>
          <p:cNvGrpSpPr/>
          <p:nvPr/>
        </p:nvGrpSpPr>
        <p:grpSpPr>
          <a:xfrm>
            <a:off x="3540265" y="3714817"/>
            <a:ext cx="2309796" cy="1346863"/>
            <a:chOff x="3540265" y="3714817"/>
            <a:chExt cx="2309796" cy="1346863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5493D3-EEE6-4874-A992-618F3A336747}"/>
                </a:ext>
              </a:extLst>
            </p:cNvPr>
            <p:cNvSpPr/>
            <p:nvPr/>
          </p:nvSpPr>
          <p:spPr>
            <a:xfrm>
              <a:off x="4248150" y="3714817"/>
              <a:ext cx="86331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386DE71-37A5-439B-9BAA-E7C3DF5B1E08}"/>
                </a:ext>
              </a:extLst>
            </p:cNvPr>
            <p:cNvSpPr/>
            <p:nvPr/>
          </p:nvSpPr>
          <p:spPr>
            <a:xfrm>
              <a:off x="3540265" y="4651480"/>
              <a:ext cx="86331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Kiosk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FC3F6AC-D3D9-44FE-9908-95D9050F9DB6}"/>
                </a:ext>
              </a:extLst>
            </p:cNvPr>
            <p:cNvSpPr/>
            <p:nvPr/>
          </p:nvSpPr>
          <p:spPr>
            <a:xfrm>
              <a:off x="4986742" y="4639030"/>
              <a:ext cx="86331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Mobile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" name="이등변 삼각형 2">
              <a:extLst>
                <a:ext uri="{FF2B5EF4-FFF2-40B4-BE49-F238E27FC236}">
                  <a16:creationId xmlns:a16="http://schemas.microsoft.com/office/drawing/2014/main" id="{D2934005-BE83-4582-8608-44A31E2CFE53}"/>
                </a:ext>
              </a:extLst>
            </p:cNvPr>
            <p:cNvSpPr/>
            <p:nvPr/>
          </p:nvSpPr>
          <p:spPr>
            <a:xfrm>
              <a:off x="4263076" y="4125017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3716FCDA-9D54-49CE-B620-70BBFB3CA951}"/>
                </a:ext>
              </a:extLst>
            </p:cNvPr>
            <p:cNvSpPr/>
            <p:nvPr/>
          </p:nvSpPr>
          <p:spPr>
            <a:xfrm>
              <a:off x="4828189" y="4127343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연결선: 꺾임 4">
              <a:extLst>
                <a:ext uri="{FF2B5EF4-FFF2-40B4-BE49-F238E27FC236}">
                  <a16:creationId xmlns:a16="http://schemas.microsoft.com/office/drawing/2014/main" id="{5BF2B749-218B-48F5-9E75-505AA2826430}"/>
                </a:ext>
              </a:extLst>
            </p:cNvPr>
            <p:cNvCxnSpPr>
              <a:stCxn id="3" idx="3"/>
              <a:endCxn id="23" idx="0"/>
            </p:cNvCxnSpPr>
            <p:nvPr/>
          </p:nvCxnSpPr>
          <p:spPr>
            <a:xfrm rot="5400000">
              <a:off x="4015944" y="4263839"/>
              <a:ext cx="343623" cy="431659"/>
            </a:xfrm>
            <a:prstGeom prst="bentConnector3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3C9A1EDA-DE16-439D-B92F-C1B947DD410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047171" y="4262204"/>
              <a:ext cx="328847" cy="44970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075ED63-0178-459B-915E-B71194D66095}"/>
              </a:ext>
            </a:extLst>
          </p:cNvPr>
          <p:cNvSpPr/>
          <p:nvPr/>
        </p:nvSpPr>
        <p:spPr>
          <a:xfrm>
            <a:off x="6564867" y="3714817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0D3A8AF-58B7-49BA-83D9-2E210A49AC63}"/>
              </a:ext>
            </a:extLst>
          </p:cNvPr>
          <p:cNvCxnSpPr>
            <a:stCxn id="21" idx="3"/>
            <a:endCxn id="29" idx="1"/>
          </p:cNvCxnSpPr>
          <p:nvPr/>
        </p:nvCxnSpPr>
        <p:spPr>
          <a:xfrm>
            <a:off x="5111469" y="3919917"/>
            <a:ext cx="145339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95DFF45-935B-4BD4-BC2C-607C63EF8F92}"/>
              </a:ext>
            </a:extLst>
          </p:cNvPr>
          <p:cNvSpPr txBox="1"/>
          <p:nvPr/>
        </p:nvSpPr>
        <p:spPr>
          <a:xfrm>
            <a:off x="4679809" y="317580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관계에 따른 의존성 정의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6FB1C54-3237-439B-B8E3-8B725BE5F0AD}"/>
              </a:ext>
            </a:extLst>
          </p:cNvPr>
          <p:cNvGrpSpPr/>
          <p:nvPr/>
        </p:nvGrpSpPr>
        <p:grpSpPr>
          <a:xfrm>
            <a:off x="7788417" y="3742203"/>
            <a:ext cx="3760881" cy="1346863"/>
            <a:chOff x="7788417" y="3742203"/>
            <a:chExt cx="3760881" cy="1346863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35B3928-D8F3-4613-8B16-2D2B862ACEF2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3211D8D-106D-4BA3-95C1-23336529F62A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E983AE2-29C2-4D33-9CA3-78B76C5B4D35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3FBAA81-19C0-4AAE-99FE-799661689F7E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이등변 삼각형 33">
                <a:extLst>
                  <a:ext uri="{FF2B5EF4-FFF2-40B4-BE49-F238E27FC236}">
                    <a16:creationId xmlns:a16="http://schemas.microsoft.com/office/drawing/2014/main" id="{DA19B700-08F4-4538-91A1-A8D1CB2812E3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이등변 삼각형 36">
                <a:extLst>
                  <a:ext uri="{FF2B5EF4-FFF2-40B4-BE49-F238E27FC236}">
                    <a16:creationId xmlns:a16="http://schemas.microsoft.com/office/drawing/2014/main" id="{BB3CFA8D-6552-4FC2-9D14-1B9251A550DB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8" name="연결선: 꺾임 37">
                <a:extLst>
                  <a:ext uri="{FF2B5EF4-FFF2-40B4-BE49-F238E27FC236}">
                    <a16:creationId xmlns:a16="http://schemas.microsoft.com/office/drawing/2014/main" id="{D1A70255-99F6-4947-8F7F-E61289548E84}"/>
                  </a:ext>
                </a:extLst>
              </p:cNvPr>
              <p:cNvCxnSpPr>
                <a:stCxn id="34" idx="3"/>
                <a:endCxn id="32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연결선: 꺾임 38">
                <a:extLst>
                  <a:ext uri="{FF2B5EF4-FFF2-40B4-BE49-F238E27FC236}">
                    <a16:creationId xmlns:a16="http://schemas.microsoft.com/office/drawing/2014/main" id="{EEC6E504-1547-45C2-BC80-031C2AC88F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0C0DD4E-F348-4AC4-8AD9-425D1E07C007}"/>
                </a:ext>
              </a:extLst>
            </p:cNvPr>
            <p:cNvSpPr/>
            <p:nvPr/>
          </p:nvSpPr>
          <p:spPr>
            <a:xfrm>
              <a:off x="10813019" y="3742203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1" name="연결선: 꺾임 8">
              <a:extLst>
                <a:ext uri="{FF2B5EF4-FFF2-40B4-BE49-F238E27FC236}">
                  <a16:creationId xmlns:a16="http://schemas.microsoft.com/office/drawing/2014/main" id="{3CE8D47B-3D54-4B38-A22E-9B1D452A1FBE}"/>
                </a:ext>
              </a:extLst>
            </p:cNvPr>
            <p:cNvCxnSpPr>
              <a:cxnSpLocks/>
              <a:stCxn id="31" idx="3"/>
              <a:endCxn id="43" idx="1"/>
            </p:cNvCxnSpPr>
            <p:nvPr/>
          </p:nvCxnSpPr>
          <p:spPr>
            <a:xfrm>
              <a:off x="9359621" y="3947303"/>
              <a:ext cx="377214" cy="368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0F24291-7C42-46FD-9244-5BA92DE03B23}"/>
                </a:ext>
              </a:extLst>
            </p:cNvPr>
            <p:cNvSpPr/>
            <p:nvPr/>
          </p:nvSpPr>
          <p:spPr>
            <a:xfrm>
              <a:off x="9736835" y="3745888"/>
              <a:ext cx="668946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5" name="이등변 삼각형 44">
              <a:extLst>
                <a:ext uri="{FF2B5EF4-FFF2-40B4-BE49-F238E27FC236}">
                  <a16:creationId xmlns:a16="http://schemas.microsoft.com/office/drawing/2014/main" id="{66AE9138-9D32-43CD-95E2-00E261988A07}"/>
                </a:ext>
              </a:extLst>
            </p:cNvPr>
            <p:cNvSpPr/>
            <p:nvPr/>
          </p:nvSpPr>
          <p:spPr>
            <a:xfrm rot="5400000">
              <a:off x="9502727" y="3858259"/>
              <a:ext cx="281015" cy="18284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6" name="연결선: 꺾임 8">
              <a:extLst>
                <a:ext uri="{FF2B5EF4-FFF2-40B4-BE49-F238E27FC236}">
                  <a16:creationId xmlns:a16="http://schemas.microsoft.com/office/drawing/2014/main" id="{53389553-14F9-4329-BD3D-5CAF67EDF555}"/>
                </a:ext>
              </a:extLst>
            </p:cNvPr>
            <p:cNvCxnSpPr>
              <a:cxnSpLocks/>
              <a:stCxn id="40" idx="1"/>
              <a:endCxn id="43" idx="3"/>
            </p:cNvCxnSpPr>
            <p:nvPr/>
          </p:nvCxnSpPr>
          <p:spPr>
            <a:xfrm flipH="1">
              <a:off x="10405781" y="3947303"/>
              <a:ext cx="407238" cy="368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9E1E3B2-F1B8-4BDC-9A14-1647BEFE3A48}"/>
              </a:ext>
            </a:extLst>
          </p:cNvPr>
          <p:cNvSpPr txBox="1"/>
          <p:nvPr/>
        </p:nvSpPr>
        <p:spPr>
          <a:xfrm>
            <a:off x="7452697" y="5242059"/>
            <a:ext cx="4446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인터페이스도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정리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21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/>
      <p:bldP spid="20" grpId="0"/>
      <p:bldP spid="22" grpId="0"/>
      <p:bldP spid="29" grpId="0" animBg="1"/>
      <p:bldP spid="35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27E608CD-4174-4723-AFA0-B518070C804D}"/>
              </a:ext>
            </a:extLst>
          </p:cNvPr>
          <p:cNvSpPr txBox="1"/>
          <p:nvPr/>
        </p:nvSpPr>
        <p:spPr>
          <a:xfrm>
            <a:off x="2828981" y="572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동일한 방식으로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905774-234F-47EA-8ADC-351F5C149A1B}"/>
              </a:ext>
            </a:extLst>
          </p:cNvPr>
          <p:cNvSpPr/>
          <p:nvPr/>
        </p:nvSpPr>
        <p:spPr>
          <a:xfrm>
            <a:off x="5105808" y="1462371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8CF489B-FC14-4766-84B1-91C6B11E609F}"/>
              </a:ext>
            </a:extLst>
          </p:cNvPr>
          <p:cNvSpPr/>
          <p:nvPr/>
        </p:nvSpPr>
        <p:spPr>
          <a:xfrm>
            <a:off x="5124637" y="1990066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F8AF635-BDC7-4D3A-871E-57D878F8F968}"/>
              </a:ext>
            </a:extLst>
          </p:cNvPr>
          <p:cNvSpPr/>
          <p:nvPr/>
        </p:nvSpPr>
        <p:spPr>
          <a:xfrm>
            <a:off x="5114398" y="2580650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58547C0-43BB-4CE8-A3D8-C10D60C8D199}"/>
              </a:ext>
            </a:extLst>
          </p:cNvPr>
          <p:cNvSpPr/>
          <p:nvPr/>
        </p:nvSpPr>
        <p:spPr>
          <a:xfrm>
            <a:off x="3598342" y="2259557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298EBF-B890-4A19-B394-7E02BD3448AF}"/>
              </a:ext>
            </a:extLst>
          </p:cNvPr>
          <p:cNvSpPr/>
          <p:nvPr/>
        </p:nvSpPr>
        <p:spPr>
          <a:xfrm>
            <a:off x="5124637" y="3867151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A06921-05E3-45AE-AB4D-87F4C49B166E}"/>
              </a:ext>
            </a:extLst>
          </p:cNvPr>
          <p:cNvSpPr/>
          <p:nvPr/>
        </p:nvSpPr>
        <p:spPr>
          <a:xfrm>
            <a:off x="4354080" y="4757050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5BE22D7-27F9-4280-BE24-E50B1BE49245}"/>
              </a:ext>
            </a:extLst>
          </p:cNvPr>
          <p:cNvSpPr/>
          <p:nvPr/>
        </p:nvSpPr>
        <p:spPr>
          <a:xfrm>
            <a:off x="5286595" y="4764945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C39FB2B-E41D-43E1-A03A-8F1246C96C15}"/>
              </a:ext>
            </a:extLst>
          </p:cNvPr>
          <p:cNvSpPr/>
          <p:nvPr/>
        </p:nvSpPr>
        <p:spPr>
          <a:xfrm>
            <a:off x="6311053" y="4757050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A856361B-FD86-4ECA-8ED3-8165E1B22EF1}"/>
              </a:ext>
            </a:extLst>
          </p:cNvPr>
          <p:cNvSpPr/>
          <p:nvPr/>
        </p:nvSpPr>
        <p:spPr>
          <a:xfrm>
            <a:off x="5105808" y="4302393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71C2205A-2F5E-42F8-A76E-DDBFFD43003F}"/>
              </a:ext>
            </a:extLst>
          </p:cNvPr>
          <p:cNvSpPr/>
          <p:nvPr/>
        </p:nvSpPr>
        <p:spPr>
          <a:xfrm>
            <a:off x="5670921" y="4304719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18907F4F-625D-473F-83CE-81E12E8E2EDF}"/>
              </a:ext>
            </a:extLst>
          </p:cNvPr>
          <p:cNvSpPr/>
          <p:nvPr/>
        </p:nvSpPr>
        <p:spPr>
          <a:xfrm>
            <a:off x="5400244" y="4302393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80EFED60-ACC9-4258-97E8-868954B2936E}"/>
              </a:ext>
            </a:extLst>
          </p:cNvPr>
          <p:cNvCxnSpPr>
            <a:cxnSpLocks/>
            <a:stCxn id="44" idx="3"/>
            <a:endCxn id="34" idx="0"/>
          </p:cNvCxnSpPr>
          <p:nvPr/>
        </p:nvCxnSpPr>
        <p:spPr>
          <a:xfrm rot="5400000">
            <a:off x="4854482" y="4365215"/>
            <a:ext cx="271817" cy="5118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C3A4597B-C5FE-44FE-93DF-361952C8AF29}"/>
              </a:ext>
            </a:extLst>
          </p:cNvPr>
          <p:cNvCxnSpPr>
            <a:cxnSpLocks/>
            <a:stCxn id="46" idx="3"/>
            <a:endCxn id="35" idx="0"/>
          </p:cNvCxnSpPr>
          <p:nvPr/>
        </p:nvCxnSpPr>
        <p:spPr>
          <a:xfrm rot="16200000" flipH="1">
            <a:off x="5486994" y="4538990"/>
            <a:ext cx="279712" cy="17219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851A1A7B-48AF-489A-B790-420BEA3FD5BF}"/>
              </a:ext>
            </a:extLst>
          </p:cNvPr>
          <p:cNvCxnSpPr>
            <a:cxnSpLocks/>
            <a:stCxn id="45" idx="3"/>
            <a:endCxn id="36" idx="0"/>
          </p:cNvCxnSpPr>
          <p:nvPr/>
        </p:nvCxnSpPr>
        <p:spPr>
          <a:xfrm rot="16200000" flipH="1">
            <a:off x="6139673" y="4159315"/>
            <a:ext cx="269491" cy="9259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1FC64F-5638-4C8B-9A29-74F730415B80}"/>
              </a:ext>
            </a:extLst>
          </p:cNvPr>
          <p:cNvSpPr/>
          <p:nvPr/>
        </p:nvSpPr>
        <p:spPr>
          <a:xfrm>
            <a:off x="7632823" y="3867151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1" name="연결선: 꺾임 8">
            <a:extLst>
              <a:ext uri="{FF2B5EF4-FFF2-40B4-BE49-F238E27FC236}">
                <a16:creationId xmlns:a16="http://schemas.microsoft.com/office/drawing/2014/main" id="{425F514F-4E3B-4F59-A560-2182258B985F}"/>
              </a:ext>
            </a:extLst>
          </p:cNvPr>
          <p:cNvCxnSpPr>
            <a:cxnSpLocks/>
            <a:stCxn id="33" idx="3"/>
            <a:endCxn id="22" idx="3"/>
          </p:cNvCxnSpPr>
          <p:nvPr/>
        </p:nvCxnSpPr>
        <p:spPr>
          <a:xfrm flipV="1">
            <a:off x="5888965" y="4070943"/>
            <a:ext cx="436758" cy="130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C06E938-2EAE-45CB-A5E8-ABCC9FB22D64}"/>
              </a:ext>
            </a:extLst>
          </p:cNvPr>
          <p:cNvSpPr/>
          <p:nvPr/>
        </p:nvSpPr>
        <p:spPr>
          <a:xfrm>
            <a:off x="3428666" y="3867151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3" name="연결선: 꺾임 8">
            <a:extLst>
              <a:ext uri="{FF2B5EF4-FFF2-40B4-BE49-F238E27FC236}">
                <a16:creationId xmlns:a16="http://schemas.microsoft.com/office/drawing/2014/main" id="{07D6CD41-DCDB-4CA7-B26A-E3A1A46FC679}"/>
              </a:ext>
            </a:extLst>
          </p:cNvPr>
          <p:cNvCxnSpPr>
            <a:cxnSpLocks/>
            <a:stCxn id="52" idx="3"/>
            <a:endCxn id="33" idx="1"/>
          </p:cNvCxnSpPr>
          <p:nvPr/>
        </p:nvCxnSpPr>
        <p:spPr>
          <a:xfrm>
            <a:off x="4291985" y="4072251"/>
            <a:ext cx="83265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FD46C5-5F49-41F5-94B9-A8026480832D}"/>
              </a:ext>
            </a:extLst>
          </p:cNvPr>
          <p:cNvSpPr/>
          <p:nvPr/>
        </p:nvSpPr>
        <p:spPr>
          <a:xfrm>
            <a:off x="6510743" y="3867151"/>
            <a:ext cx="668946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4E7215E3-5F85-4F8E-89BF-791A955341F6}"/>
              </a:ext>
            </a:extLst>
          </p:cNvPr>
          <p:cNvSpPr/>
          <p:nvPr/>
        </p:nvSpPr>
        <p:spPr>
          <a:xfrm rot="5400000">
            <a:off x="6276635" y="3979522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연결선: 꺾임 8">
            <a:extLst>
              <a:ext uri="{FF2B5EF4-FFF2-40B4-BE49-F238E27FC236}">
                <a16:creationId xmlns:a16="http://schemas.microsoft.com/office/drawing/2014/main" id="{6CB4D3D1-E670-4C62-9AC0-44457B52EBA1}"/>
              </a:ext>
            </a:extLst>
          </p:cNvPr>
          <p:cNvCxnSpPr>
            <a:cxnSpLocks/>
            <a:stCxn id="50" idx="1"/>
            <a:endCxn id="21" idx="3"/>
          </p:cNvCxnSpPr>
          <p:nvPr/>
        </p:nvCxnSpPr>
        <p:spPr>
          <a:xfrm flipH="1">
            <a:off x="7179689" y="4072251"/>
            <a:ext cx="45313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32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27E608CD-4174-4723-AFA0-B518070C804D}"/>
              </a:ext>
            </a:extLst>
          </p:cNvPr>
          <p:cNvSpPr txBox="1"/>
          <p:nvPr/>
        </p:nvSpPr>
        <p:spPr>
          <a:xfrm>
            <a:off x="2828981" y="572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통합하면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78E1E19-D8A0-4FB3-BCFC-D35FEF77760C}"/>
              </a:ext>
            </a:extLst>
          </p:cNvPr>
          <p:cNvGrpSpPr/>
          <p:nvPr/>
        </p:nvGrpSpPr>
        <p:grpSpPr>
          <a:xfrm>
            <a:off x="1833558" y="2238992"/>
            <a:ext cx="3860850" cy="1899066"/>
            <a:chOff x="7788417" y="3190000"/>
            <a:chExt cx="3860850" cy="189906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A87209-5300-43CE-8AD3-7E808EB14F15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7C3F64-BE10-4385-93FC-AE80EFF53F2B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0665757-A06A-4197-8E48-611534959681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842A20A-00DD-4705-AC16-A82635055D82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이등변 삼각형 54">
                <a:extLst>
                  <a:ext uri="{FF2B5EF4-FFF2-40B4-BE49-F238E27FC236}">
                    <a16:creationId xmlns:a16="http://schemas.microsoft.com/office/drawing/2014/main" id="{1E035213-93F7-4622-8F3C-ACF298AA7600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82FE61C2-5D76-4C36-8DED-CAAF2FBC3A70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1BE66B77-038D-41F7-BF99-305388D7B7BD}"/>
                  </a:ext>
                </a:extLst>
              </p:cNvPr>
              <p:cNvCxnSpPr>
                <a:stCxn id="55" idx="3"/>
                <a:endCxn id="53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꺾임 57">
                <a:extLst>
                  <a:ext uri="{FF2B5EF4-FFF2-40B4-BE49-F238E27FC236}">
                    <a16:creationId xmlns:a16="http://schemas.microsoft.com/office/drawing/2014/main" id="{50DCBB7A-88E2-481C-959A-BD30335031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7CDF01C-026E-459E-9B32-8DC95542778A}"/>
                </a:ext>
              </a:extLst>
            </p:cNvPr>
            <p:cNvSpPr/>
            <p:nvPr/>
          </p:nvSpPr>
          <p:spPr>
            <a:xfrm>
              <a:off x="10912988" y="3190000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2" name="연결선: 꺾임 8">
              <a:extLst>
                <a:ext uri="{FF2B5EF4-FFF2-40B4-BE49-F238E27FC236}">
                  <a16:creationId xmlns:a16="http://schemas.microsoft.com/office/drawing/2014/main" id="{B2C59EAB-A775-4BE0-BBC5-CF34916775F7}"/>
                </a:ext>
              </a:extLst>
            </p:cNvPr>
            <p:cNvCxnSpPr>
              <a:cxnSpLocks/>
              <a:stCxn id="52" idx="3"/>
              <a:endCxn id="40" idx="1"/>
            </p:cNvCxnSpPr>
            <p:nvPr/>
          </p:nvCxnSpPr>
          <p:spPr>
            <a:xfrm>
              <a:off x="9359621" y="3947303"/>
              <a:ext cx="377214" cy="368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AEED321-167C-408A-978A-C7FA3FC89AF4}"/>
                </a:ext>
              </a:extLst>
            </p:cNvPr>
            <p:cNvSpPr/>
            <p:nvPr/>
          </p:nvSpPr>
          <p:spPr>
            <a:xfrm>
              <a:off x="9736835" y="3745888"/>
              <a:ext cx="668946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B0698CBF-CB50-4634-B3A5-6F853C3018BD}"/>
                </a:ext>
              </a:extLst>
            </p:cNvPr>
            <p:cNvSpPr/>
            <p:nvPr/>
          </p:nvSpPr>
          <p:spPr>
            <a:xfrm rot="5400000">
              <a:off x="9502727" y="3858259"/>
              <a:ext cx="281015" cy="18284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3" name="연결선: 꺾임 8">
              <a:extLst>
                <a:ext uri="{FF2B5EF4-FFF2-40B4-BE49-F238E27FC236}">
                  <a16:creationId xmlns:a16="http://schemas.microsoft.com/office/drawing/2014/main" id="{7D52D6B7-02DB-4CE8-8448-B2EC71DB0217}"/>
                </a:ext>
              </a:extLst>
            </p:cNvPr>
            <p:cNvCxnSpPr>
              <a:cxnSpLocks/>
              <a:stCxn id="31" idx="1"/>
              <a:endCxn id="40" idx="3"/>
            </p:cNvCxnSpPr>
            <p:nvPr/>
          </p:nvCxnSpPr>
          <p:spPr>
            <a:xfrm flipH="1">
              <a:off x="10405781" y="3395100"/>
              <a:ext cx="507207" cy="555888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1611E0-4DB9-4DCA-8D66-4A72A67F1E1B}"/>
              </a:ext>
            </a:extLst>
          </p:cNvPr>
          <p:cNvSpPr/>
          <p:nvPr/>
        </p:nvSpPr>
        <p:spPr>
          <a:xfrm>
            <a:off x="7194616" y="2791195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9099402-6E8A-4BCE-BEC0-5D1E71737B98}"/>
              </a:ext>
            </a:extLst>
          </p:cNvPr>
          <p:cNvSpPr/>
          <p:nvPr/>
        </p:nvSpPr>
        <p:spPr>
          <a:xfrm>
            <a:off x="6424059" y="3681094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203444D-45AE-4808-9416-69AB81796779}"/>
              </a:ext>
            </a:extLst>
          </p:cNvPr>
          <p:cNvSpPr/>
          <p:nvPr/>
        </p:nvSpPr>
        <p:spPr>
          <a:xfrm>
            <a:off x="7356574" y="3688989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B3F6010-30BF-48C6-AB19-8E0CE0C7B219}"/>
              </a:ext>
            </a:extLst>
          </p:cNvPr>
          <p:cNvSpPr/>
          <p:nvPr/>
        </p:nvSpPr>
        <p:spPr>
          <a:xfrm>
            <a:off x="8381032" y="3681094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3D562B2F-2FA3-4755-AC87-D17F2E4CE5B3}"/>
              </a:ext>
            </a:extLst>
          </p:cNvPr>
          <p:cNvSpPr/>
          <p:nvPr/>
        </p:nvSpPr>
        <p:spPr>
          <a:xfrm>
            <a:off x="7175787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4C930D64-5C5C-406D-B658-1D1AF2813BE0}"/>
              </a:ext>
            </a:extLst>
          </p:cNvPr>
          <p:cNvSpPr/>
          <p:nvPr/>
        </p:nvSpPr>
        <p:spPr>
          <a:xfrm>
            <a:off x="7740900" y="3228763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C5AFFB83-E1BA-433F-BAA5-D2B354719F33}"/>
              </a:ext>
            </a:extLst>
          </p:cNvPr>
          <p:cNvSpPr/>
          <p:nvPr/>
        </p:nvSpPr>
        <p:spPr>
          <a:xfrm>
            <a:off x="7470223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4F8531D7-B8C0-410D-8CF8-640CFC313CBF}"/>
              </a:ext>
            </a:extLst>
          </p:cNvPr>
          <p:cNvCxnSpPr>
            <a:cxnSpLocks/>
            <a:stCxn id="63" idx="3"/>
            <a:endCxn id="60" idx="0"/>
          </p:cNvCxnSpPr>
          <p:nvPr/>
        </p:nvCxnSpPr>
        <p:spPr>
          <a:xfrm rot="5400000">
            <a:off x="6924461" y="3289259"/>
            <a:ext cx="271817" cy="5118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BCEDE44C-A118-4E2F-9A99-F04EE24E0F26}"/>
              </a:ext>
            </a:extLst>
          </p:cNvPr>
          <p:cNvCxnSpPr>
            <a:cxnSpLocks/>
            <a:stCxn id="65" idx="3"/>
            <a:endCxn id="61" idx="0"/>
          </p:cNvCxnSpPr>
          <p:nvPr/>
        </p:nvCxnSpPr>
        <p:spPr>
          <a:xfrm rot="16200000" flipH="1">
            <a:off x="7556973" y="3463034"/>
            <a:ext cx="279712" cy="17219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E9DE7228-002C-4DE7-9B47-D2917F674FF4}"/>
              </a:ext>
            </a:extLst>
          </p:cNvPr>
          <p:cNvCxnSpPr>
            <a:cxnSpLocks/>
            <a:stCxn id="64" idx="3"/>
            <a:endCxn id="62" idx="0"/>
          </p:cNvCxnSpPr>
          <p:nvPr/>
        </p:nvCxnSpPr>
        <p:spPr>
          <a:xfrm rot="16200000" flipH="1">
            <a:off x="8209652" y="3083359"/>
            <a:ext cx="269491" cy="9259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10009416" y="2323114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0" name="연결선: 꺾임 8">
            <a:extLst>
              <a:ext uri="{FF2B5EF4-FFF2-40B4-BE49-F238E27FC236}">
                <a16:creationId xmlns:a16="http://schemas.microsoft.com/office/drawing/2014/main" id="{565AF66B-10F3-4AC3-B4FD-DE23F4BB721A}"/>
              </a:ext>
            </a:extLst>
          </p:cNvPr>
          <p:cNvCxnSpPr>
            <a:cxnSpLocks/>
            <a:stCxn id="59" idx="3"/>
            <a:endCxn id="74" idx="3"/>
          </p:cNvCxnSpPr>
          <p:nvPr/>
        </p:nvCxnSpPr>
        <p:spPr>
          <a:xfrm flipV="1">
            <a:off x="7958944" y="2994987"/>
            <a:ext cx="436758" cy="130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59" idx="1"/>
            <a:endCxn id="40" idx="3"/>
          </p:cNvCxnSpPr>
          <p:nvPr/>
        </p:nvCxnSpPr>
        <p:spPr>
          <a:xfrm flipH="1">
            <a:off x="4450922" y="2996295"/>
            <a:ext cx="2743694" cy="368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4AE66E5-8EA9-447C-8B01-5F400EAF8E3C}"/>
              </a:ext>
            </a:extLst>
          </p:cNvPr>
          <p:cNvSpPr/>
          <p:nvPr/>
        </p:nvSpPr>
        <p:spPr>
          <a:xfrm>
            <a:off x="8580722" y="2791195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IPayment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이등변 삼각형 73">
            <a:extLst>
              <a:ext uri="{FF2B5EF4-FFF2-40B4-BE49-F238E27FC236}">
                <a16:creationId xmlns:a16="http://schemas.microsoft.com/office/drawing/2014/main" id="{65437487-403A-4051-A2BB-B69630DFE51C}"/>
              </a:ext>
            </a:extLst>
          </p:cNvPr>
          <p:cNvSpPr/>
          <p:nvPr/>
        </p:nvSpPr>
        <p:spPr>
          <a:xfrm rot="5400000">
            <a:off x="8346614" y="2903566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5" name="연결선: 꺾임 8">
            <a:extLst>
              <a:ext uri="{FF2B5EF4-FFF2-40B4-BE49-F238E27FC236}">
                <a16:creationId xmlns:a16="http://schemas.microsoft.com/office/drawing/2014/main" id="{36C6F7CD-940C-46D9-9667-D2E72C21E722}"/>
              </a:ext>
            </a:extLst>
          </p:cNvPr>
          <p:cNvCxnSpPr>
            <a:cxnSpLocks/>
            <a:stCxn id="69" idx="1"/>
            <a:endCxn id="73" idx="3"/>
          </p:cNvCxnSpPr>
          <p:nvPr/>
        </p:nvCxnSpPr>
        <p:spPr>
          <a:xfrm flipH="1">
            <a:off x="9433430" y="2528214"/>
            <a:ext cx="575986" cy="46808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9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84714C-A6FD-49D5-8CFA-1DF3056DAE01}"/>
              </a:ext>
            </a:extLst>
          </p:cNvPr>
          <p:cNvSpPr/>
          <p:nvPr/>
        </p:nvSpPr>
        <p:spPr>
          <a:xfrm>
            <a:off x="6357758" y="1941986"/>
            <a:ext cx="11817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444C77-5498-4CED-B379-2AA5A570E1F8}"/>
              </a:ext>
            </a:extLst>
          </p:cNvPr>
          <p:cNvSpPr/>
          <p:nvPr/>
        </p:nvSpPr>
        <p:spPr>
          <a:xfrm>
            <a:off x="6357759" y="2119748"/>
            <a:ext cx="4496288" cy="22574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74061B-557D-447F-8360-C50D703A1603}"/>
              </a:ext>
            </a:extLst>
          </p:cNvPr>
          <p:cNvSpPr txBox="1"/>
          <p:nvPr/>
        </p:nvSpPr>
        <p:spPr>
          <a:xfrm>
            <a:off x="6231524" y="1625009"/>
            <a:ext cx="3823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Payment Modules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1631618" y="1953857"/>
            <a:ext cx="13271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631619" y="2131619"/>
            <a:ext cx="4151623" cy="22574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505091" y="1618175"/>
            <a:ext cx="4293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Order Modules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78E1E19-D8A0-4FB3-BCFC-D35FEF77760C}"/>
              </a:ext>
            </a:extLst>
          </p:cNvPr>
          <p:cNvGrpSpPr/>
          <p:nvPr/>
        </p:nvGrpSpPr>
        <p:grpSpPr>
          <a:xfrm>
            <a:off x="1833558" y="2238992"/>
            <a:ext cx="3860850" cy="1899066"/>
            <a:chOff x="7788417" y="3190000"/>
            <a:chExt cx="3860850" cy="189906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A87209-5300-43CE-8AD3-7E808EB14F15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7C3F64-BE10-4385-93FC-AE80EFF53F2B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0665757-A06A-4197-8E48-611534959681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842A20A-00DD-4705-AC16-A82635055D82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이등변 삼각형 54">
                <a:extLst>
                  <a:ext uri="{FF2B5EF4-FFF2-40B4-BE49-F238E27FC236}">
                    <a16:creationId xmlns:a16="http://schemas.microsoft.com/office/drawing/2014/main" id="{1E035213-93F7-4622-8F3C-ACF298AA7600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82FE61C2-5D76-4C36-8DED-CAAF2FBC3A70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1BE66B77-038D-41F7-BF99-305388D7B7BD}"/>
                  </a:ext>
                </a:extLst>
              </p:cNvPr>
              <p:cNvCxnSpPr>
                <a:stCxn id="55" idx="3"/>
                <a:endCxn id="53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꺾임 57">
                <a:extLst>
                  <a:ext uri="{FF2B5EF4-FFF2-40B4-BE49-F238E27FC236}">
                    <a16:creationId xmlns:a16="http://schemas.microsoft.com/office/drawing/2014/main" id="{50DCBB7A-88E2-481C-959A-BD30335031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7CDF01C-026E-459E-9B32-8DC95542778A}"/>
                </a:ext>
              </a:extLst>
            </p:cNvPr>
            <p:cNvSpPr/>
            <p:nvPr/>
          </p:nvSpPr>
          <p:spPr>
            <a:xfrm>
              <a:off x="10912988" y="3190000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2" name="연결선: 꺾임 8">
              <a:extLst>
                <a:ext uri="{FF2B5EF4-FFF2-40B4-BE49-F238E27FC236}">
                  <a16:creationId xmlns:a16="http://schemas.microsoft.com/office/drawing/2014/main" id="{B2C59EAB-A775-4BE0-BBC5-CF34916775F7}"/>
                </a:ext>
              </a:extLst>
            </p:cNvPr>
            <p:cNvCxnSpPr>
              <a:cxnSpLocks/>
              <a:stCxn id="52" idx="3"/>
              <a:endCxn id="40" idx="1"/>
            </p:cNvCxnSpPr>
            <p:nvPr/>
          </p:nvCxnSpPr>
          <p:spPr>
            <a:xfrm>
              <a:off x="9359621" y="3947303"/>
              <a:ext cx="377214" cy="368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AEED321-167C-408A-978A-C7FA3FC89AF4}"/>
                </a:ext>
              </a:extLst>
            </p:cNvPr>
            <p:cNvSpPr/>
            <p:nvPr/>
          </p:nvSpPr>
          <p:spPr>
            <a:xfrm>
              <a:off x="9736835" y="3745888"/>
              <a:ext cx="668946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B0698CBF-CB50-4634-B3A5-6F853C3018BD}"/>
                </a:ext>
              </a:extLst>
            </p:cNvPr>
            <p:cNvSpPr/>
            <p:nvPr/>
          </p:nvSpPr>
          <p:spPr>
            <a:xfrm rot="5400000">
              <a:off x="9502727" y="3858259"/>
              <a:ext cx="281015" cy="18284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3" name="연결선: 꺾임 8">
              <a:extLst>
                <a:ext uri="{FF2B5EF4-FFF2-40B4-BE49-F238E27FC236}">
                  <a16:creationId xmlns:a16="http://schemas.microsoft.com/office/drawing/2014/main" id="{7D52D6B7-02DB-4CE8-8448-B2EC71DB0217}"/>
                </a:ext>
              </a:extLst>
            </p:cNvPr>
            <p:cNvCxnSpPr>
              <a:cxnSpLocks/>
              <a:stCxn id="31" idx="1"/>
              <a:endCxn id="40" idx="3"/>
            </p:cNvCxnSpPr>
            <p:nvPr/>
          </p:nvCxnSpPr>
          <p:spPr>
            <a:xfrm flipH="1">
              <a:off x="10405781" y="3395100"/>
              <a:ext cx="507207" cy="555888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1611E0-4DB9-4DCA-8D66-4A72A67F1E1B}"/>
              </a:ext>
            </a:extLst>
          </p:cNvPr>
          <p:cNvSpPr/>
          <p:nvPr/>
        </p:nvSpPr>
        <p:spPr>
          <a:xfrm>
            <a:off x="7194616" y="2791195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9099402-6E8A-4BCE-BEC0-5D1E71737B98}"/>
              </a:ext>
            </a:extLst>
          </p:cNvPr>
          <p:cNvSpPr/>
          <p:nvPr/>
        </p:nvSpPr>
        <p:spPr>
          <a:xfrm>
            <a:off x="6424059" y="3681094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203444D-45AE-4808-9416-69AB81796779}"/>
              </a:ext>
            </a:extLst>
          </p:cNvPr>
          <p:cNvSpPr/>
          <p:nvPr/>
        </p:nvSpPr>
        <p:spPr>
          <a:xfrm>
            <a:off x="7356574" y="3688989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B3F6010-30BF-48C6-AB19-8E0CE0C7B219}"/>
              </a:ext>
            </a:extLst>
          </p:cNvPr>
          <p:cNvSpPr/>
          <p:nvPr/>
        </p:nvSpPr>
        <p:spPr>
          <a:xfrm>
            <a:off x="8381032" y="3681094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3D562B2F-2FA3-4755-AC87-D17F2E4CE5B3}"/>
              </a:ext>
            </a:extLst>
          </p:cNvPr>
          <p:cNvSpPr/>
          <p:nvPr/>
        </p:nvSpPr>
        <p:spPr>
          <a:xfrm>
            <a:off x="7175787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4C930D64-5C5C-406D-B658-1D1AF2813BE0}"/>
              </a:ext>
            </a:extLst>
          </p:cNvPr>
          <p:cNvSpPr/>
          <p:nvPr/>
        </p:nvSpPr>
        <p:spPr>
          <a:xfrm>
            <a:off x="7740900" y="3228763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C5AFFB83-E1BA-433F-BAA5-D2B354719F33}"/>
              </a:ext>
            </a:extLst>
          </p:cNvPr>
          <p:cNvSpPr/>
          <p:nvPr/>
        </p:nvSpPr>
        <p:spPr>
          <a:xfrm>
            <a:off x="7470223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4F8531D7-B8C0-410D-8CF8-640CFC313CBF}"/>
              </a:ext>
            </a:extLst>
          </p:cNvPr>
          <p:cNvCxnSpPr>
            <a:cxnSpLocks/>
            <a:stCxn id="63" idx="3"/>
            <a:endCxn id="60" idx="0"/>
          </p:cNvCxnSpPr>
          <p:nvPr/>
        </p:nvCxnSpPr>
        <p:spPr>
          <a:xfrm rot="5400000">
            <a:off x="6924461" y="3289259"/>
            <a:ext cx="271817" cy="5118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BCEDE44C-A118-4E2F-9A99-F04EE24E0F26}"/>
              </a:ext>
            </a:extLst>
          </p:cNvPr>
          <p:cNvCxnSpPr>
            <a:cxnSpLocks/>
            <a:stCxn id="65" idx="3"/>
            <a:endCxn id="61" idx="0"/>
          </p:cNvCxnSpPr>
          <p:nvPr/>
        </p:nvCxnSpPr>
        <p:spPr>
          <a:xfrm rot="16200000" flipH="1">
            <a:off x="7556973" y="3463034"/>
            <a:ext cx="279712" cy="17219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E9DE7228-002C-4DE7-9B47-D2917F674FF4}"/>
              </a:ext>
            </a:extLst>
          </p:cNvPr>
          <p:cNvCxnSpPr>
            <a:cxnSpLocks/>
            <a:stCxn id="64" idx="3"/>
            <a:endCxn id="62" idx="0"/>
          </p:cNvCxnSpPr>
          <p:nvPr/>
        </p:nvCxnSpPr>
        <p:spPr>
          <a:xfrm rot="16200000" flipH="1">
            <a:off x="8209652" y="3083359"/>
            <a:ext cx="269491" cy="9259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10009416" y="2323114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0" name="연결선: 꺾임 8">
            <a:extLst>
              <a:ext uri="{FF2B5EF4-FFF2-40B4-BE49-F238E27FC236}">
                <a16:creationId xmlns:a16="http://schemas.microsoft.com/office/drawing/2014/main" id="{565AF66B-10F3-4AC3-B4FD-DE23F4BB721A}"/>
              </a:ext>
            </a:extLst>
          </p:cNvPr>
          <p:cNvCxnSpPr>
            <a:cxnSpLocks/>
            <a:stCxn id="59" idx="3"/>
            <a:endCxn id="74" idx="3"/>
          </p:cNvCxnSpPr>
          <p:nvPr/>
        </p:nvCxnSpPr>
        <p:spPr>
          <a:xfrm flipV="1">
            <a:off x="7958944" y="2994987"/>
            <a:ext cx="436758" cy="130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59" idx="1"/>
            <a:endCxn id="40" idx="3"/>
          </p:cNvCxnSpPr>
          <p:nvPr/>
        </p:nvCxnSpPr>
        <p:spPr>
          <a:xfrm flipH="1">
            <a:off x="4450922" y="2996295"/>
            <a:ext cx="2743694" cy="368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4AE66E5-8EA9-447C-8B01-5F400EAF8E3C}"/>
              </a:ext>
            </a:extLst>
          </p:cNvPr>
          <p:cNvSpPr/>
          <p:nvPr/>
        </p:nvSpPr>
        <p:spPr>
          <a:xfrm>
            <a:off x="8580722" y="2791195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IPayment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이등변 삼각형 73">
            <a:extLst>
              <a:ext uri="{FF2B5EF4-FFF2-40B4-BE49-F238E27FC236}">
                <a16:creationId xmlns:a16="http://schemas.microsoft.com/office/drawing/2014/main" id="{65437487-403A-4051-A2BB-B69630DFE51C}"/>
              </a:ext>
            </a:extLst>
          </p:cNvPr>
          <p:cNvSpPr/>
          <p:nvPr/>
        </p:nvSpPr>
        <p:spPr>
          <a:xfrm rot="5400000">
            <a:off x="8346614" y="2903566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5" name="연결선: 꺾임 8">
            <a:extLst>
              <a:ext uri="{FF2B5EF4-FFF2-40B4-BE49-F238E27FC236}">
                <a16:creationId xmlns:a16="http://schemas.microsoft.com/office/drawing/2014/main" id="{36C6F7CD-940C-46D9-9667-D2E72C21E722}"/>
              </a:ext>
            </a:extLst>
          </p:cNvPr>
          <p:cNvCxnSpPr>
            <a:cxnSpLocks/>
            <a:stCxn id="69" idx="1"/>
            <a:endCxn id="73" idx="3"/>
          </p:cNvCxnSpPr>
          <p:nvPr/>
        </p:nvCxnSpPr>
        <p:spPr>
          <a:xfrm flipH="1">
            <a:off x="9433430" y="2528214"/>
            <a:ext cx="575986" cy="46808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A4BBD4C-8915-401D-B4D3-28513B82B420}"/>
              </a:ext>
            </a:extLst>
          </p:cNvPr>
          <p:cNvSpPr txBox="1"/>
          <p:nvPr/>
        </p:nvSpPr>
        <p:spPr>
          <a:xfrm>
            <a:off x="2828981" y="572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분류해본다면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51127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84714C-A6FD-49D5-8CFA-1DF3056DAE01}"/>
              </a:ext>
            </a:extLst>
          </p:cNvPr>
          <p:cNvSpPr/>
          <p:nvPr/>
        </p:nvSpPr>
        <p:spPr>
          <a:xfrm>
            <a:off x="6357758" y="1941986"/>
            <a:ext cx="11817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444C77-5498-4CED-B379-2AA5A570E1F8}"/>
              </a:ext>
            </a:extLst>
          </p:cNvPr>
          <p:cNvSpPr/>
          <p:nvPr/>
        </p:nvSpPr>
        <p:spPr>
          <a:xfrm>
            <a:off x="6357759" y="2119748"/>
            <a:ext cx="4496288" cy="22574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74061B-557D-447F-8360-C50D703A1603}"/>
              </a:ext>
            </a:extLst>
          </p:cNvPr>
          <p:cNvSpPr txBox="1"/>
          <p:nvPr/>
        </p:nvSpPr>
        <p:spPr>
          <a:xfrm>
            <a:off x="6231524" y="1625009"/>
            <a:ext cx="3823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Payment Modules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1631618" y="1953857"/>
            <a:ext cx="13271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631619" y="2131619"/>
            <a:ext cx="4151623" cy="22574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505091" y="1618175"/>
            <a:ext cx="4293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Order Modules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78E1E19-D8A0-4FB3-BCFC-D35FEF77760C}"/>
              </a:ext>
            </a:extLst>
          </p:cNvPr>
          <p:cNvGrpSpPr/>
          <p:nvPr/>
        </p:nvGrpSpPr>
        <p:grpSpPr>
          <a:xfrm>
            <a:off x="1833558" y="2238992"/>
            <a:ext cx="3860850" cy="1899066"/>
            <a:chOff x="7788417" y="3190000"/>
            <a:chExt cx="3860850" cy="189906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A87209-5300-43CE-8AD3-7E808EB14F15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7C3F64-BE10-4385-93FC-AE80EFF53F2B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0665757-A06A-4197-8E48-611534959681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842A20A-00DD-4705-AC16-A82635055D82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이등변 삼각형 54">
                <a:extLst>
                  <a:ext uri="{FF2B5EF4-FFF2-40B4-BE49-F238E27FC236}">
                    <a16:creationId xmlns:a16="http://schemas.microsoft.com/office/drawing/2014/main" id="{1E035213-93F7-4622-8F3C-ACF298AA7600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82FE61C2-5D76-4C36-8DED-CAAF2FBC3A70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1BE66B77-038D-41F7-BF99-305388D7B7BD}"/>
                  </a:ext>
                </a:extLst>
              </p:cNvPr>
              <p:cNvCxnSpPr>
                <a:stCxn id="55" idx="3"/>
                <a:endCxn id="53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꺾임 57">
                <a:extLst>
                  <a:ext uri="{FF2B5EF4-FFF2-40B4-BE49-F238E27FC236}">
                    <a16:creationId xmlns:a16="http://schemas.microsoft.com/office/drawing/2014/main" id="{50DCBB7A-88E2-481C-959A-BD30335031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7CDF01C-026E-459E-9B32-8DC95542778A}"/>
                </a:ext>
              </a:extLst>
            </p:cNvPr>
            <p:cNvSpPr/>
            <p:nvPr/>
          </p:nvSpPr>
          <p:spPr>
            <a:xfrm>
              <a:off x="10912988" y="3190000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2" name="연결선: 꺾임 8">
              <a:extLst>
                <a:ext uri="{FF2B5EF4-FFF2-40B4-BE49-F238E27FC236}">
                  <a16:creationId xmlns:a16="http://schemas.microsoft.com/office/drawing/2014/main" id="{B2C59EAB-A775-4BE0-BBC5-CF34916775F7}"/>
                </a:ext>
              </a:extLst>
            </p:cNvPr>
            <p:cNvCxnSpPr>
              <a:cxnSpLocks/>
              <a:stCxn id="52" idx="3"/>
              <a:endCxn id="40" idx="1"/>
            </p:cNvCxnSpPr>
            <p:nvPr/>
          </p:nvCxnSpPr>
          <p:spPr>
            <a:xfrm>
              <a:off x="9359621" y="3947303"/>
              <a:ext cx="377214" cy="368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AEED321-167C-408A-978A-C7FA3FC89AF4}"/>
                </a:ext>
              </a:extLst>
            </p:cNvPr>
            <p:cNvSpPr/>
            <p:nvPr/>
          </p:nvSpPr>
          <p:spPr>
            <a:xfrm>
              <a:off x="9736835" y="3745888"/>
              <a:ext cx="668946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IOrder</a:t>
              </a:r>
              <a:endPara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B0698CBF-CB50-4634-B3A5-6F853C3018BD}"/>
                </a:ext>
              </a:extLst>
            </p:cNvPr>
            <p:cNvSpPr/>
            <p:nvPr/>
          </p:nvSpPr>
          <p:spPr>
            <a:xfrm rot="5400000">
              <a:off x="9502727" y="3858259"/>
              <a:ext cx="281015" cy="18284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3" name="연결선: 꺾임 8">
              <a:extLst>
                <a:ext uri="{FF2B5EF4-FFF2-40B4-BE49-F238E27FC236}">
                  <a16:creationId xmlns:a16="http://schemas.microsoft.com/office/drawing/2014/main" id="{7D52D6B7-02DB-4CE8-8448-B2EC71DB0217}"/>
                </a:ext>
              </a:extLst>
            </p:cNvPr>
            <p:cNvCxnSpPr>
              <a:cxnSpLocks/>
              <a:stCxn id="31" idx="1"/>
              <a:endCxn id="40" idx="3"/>
            </p:cNvCxnSpPr>
            <p:nvPr/>
          </p:nvCxnSpPr>
          <p:spPr>
            <a:xfrm flipH="1">
              <a:off x="10405781" y="3395100"/>
              <a:ext cx="507207" cy="555888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1611E0-4DB9-4DCA-8D66-4A72A67F1E1B}"/>
              </a:ext>
            </a:extLst>
          </p:cNvPr>
          <p:cNvSpPr/>
          <p:nvPr/>
        </p:nvSpPr>
        <p:spPr>
          <a:xfrm>
            <a:off x="7194616" y="2791195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9099402-6E8A-4BCE-BEC0-5D1E71737B98}"/>
              </a:ext>
            </a:extLst>
          </p:cNvPr>
          <p:cNvSpPr/>
          <p:nvPr/>
        </p:nvSpPr>
        <p:spPr>
          <a:xfrm>
            <a:off x="6424059" y="3681094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203444D-45AE-4808-9416-69AB81796779}"/>
              </a:ext>
            </a:extLst>
          </p:cNvPr>
          <p:cNvSpPr/>
          <p:nvPr/>
        </p:nvSpPr>
        <p:spPr>
          <a:xfrm>
            <a:off x="7356574" y="3688989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B3F6010-30BF-48C6-AB19-8E0CE0C7B219}"/>
              </a:ext>
            </a:extLst>
          </p:cNvPr>
          <p:cNvSpPr/>
          <p:nvPr/>
        </p:nvSpPr>
        <p:spPr>
          <a:xfrm>
            <a:off x="8381032" y="3681094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3D562B2F-2FA3-4755-AC87-D17F2E4CE5B3}"/>
              </a:ext>
            </a:extLst>
          </p:cNvPr>
          <p:cNvSpPr/>
          <p:nvPr/>
        </p:nvSpPr>
        <p:spPr>
          <a:xfrm>
            <a:off x="7175787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4C930D64-5C5C-406D-B658-1D1AF2813BE0}"/>
              </a:ext>
            </a:extLst>
          </p:cNvPr>
          <p:cNvSpPr/>
          <p:nvPr/>
        </p:nvSpPr>
        <p:spPr>
          <a:xfrm>
            <a:off x="7740900" y="3228763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C5AFFB83-E1BA-433F-BAA5-D2B354719F33}"/>
              </a:ext>
            </a:extLst>
          </p:cNvPr>
          <p:cNvSpPr/>
          <p:nvPr/>
        </p:nvSpPr>
        <p:spPr>
          <a:xfrm>
            <a:off x="7470223" y="3226437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4F8531D7-B8C0-410D-8CF8-640CFC313CBF}"/>
              </a:ext>
            </a:extLst>
          </p:cNvPr>
          <p:cNvCxnSpPr>
            <a:cxnSpLocks/>
            <a:stCxn id="63" idx="3"/>
            <a:endCxn id="60" idx="0"/>
          </p:cNvCxnSpPr>
          <p:nvPr/>
        </p:nvCxnSpPr>
        <p:spPr>
          <a:xfrm rot="5400000">
            <a:off x="6924461" y="3289259"/>
            <a:ext cx="271817" cy="5118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BCEDE44C-A118-4E2F-9A99-F04EE24E0F26}"/>
              </a:ext>
            </a:extLst>
          </p:cNvPr>
          <p:cNvCxnSpPr>
            <a:cxnSpLocks/>
            <a:stCxn id="65" idx="3"/>
            <a:endCxn id="61" idx="0"/>
          </p:cNvCxnSpPr>
          <p:nvPr/>
        </p:nvCxnSpPr>
        <p:spPr>
          <a:xfrm rot="16200000" flipH="1">
            <a:off x="7556973" y="3463034"/>
            <a:ext cx="279712" cy="17219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E9DE7228-002C-4DE7-9B47-D2917F674FF4}"/>
              </a:ext>
            </a:extLst>
          </p:cNvPr>
          <p:cNvCxnSpPr>
            <a:cxnSpLocks/>
            <a:stCxn id="64" idx="3"/>
            <a:endCxn id="62" idx="0"/>
          </p:cNvCxnSpPr>
          <p:nvPr/>
        </p:nvCxnSpPr>
        <p:spPr>
          <a:xfrm rot="16200000" flipH="1">
            <a:off x="8209652" y="3083359"/>
            <a:ext cx="269491" cy="9259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10009416" y="2323114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0" name="연결선: 꺾임 8">
            <a:extLst>
              <a:ext uri="{FF2B5EF4-FFF2-40B4-BE49-F238E27FC236}">
                <a16:creationId xmlns:a16="http://schemas.microsoft.com/office/drawing/2014/main" id="{565AF66B-10F3-4AC3-B4FD-DE23F4BB721A}"/>
              </a:ext>
            </a:extLst>
          </p:cNvPr>
          <p:cNvCxnSpPr>
            <a:cxnSpLocks/>
            <a:stCxn id="59" idx="3"/>
            <a:endCxn id="74" idx="3"/>
          </p:cNvCxnSpPr>
          <p:nvPr/>
        </p:nvCxnSpPr>
        <p:spPr>
          <a:xfrm flipV="1">
            <a:off x="7958944" y="2994987"/>
            <a:ext cx="436758" cy="130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59" idx="1"/>
            <a:endCxn id="40" idx="3"/>
          </p:cNvCxnSpPr>
          <p:nvPr/>
        </p:nvCxnSpPr>
        <p:spPr>
          <a:xfrm flipH="1">
            <a:off x="4450922" y="2996295"/>
            <a:ext cx="2743694" cy="368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4AE66E5-8EA9-447C-8B01-5F400EAF8E3C}"/>
              </a:ext>
            </a:extLst>
          </p:cNvPr>
          <p:cNvSpPr/>
          <p:nvPr/>
        </p:nvSpPr>
        <p:spPr>
          <a:xfrm>
            <a:off x="8580722" y="2791195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IPayment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이등변 삼각형 73">
            <a:extLst>
              <a:ext uri="{FF2B5EF4-FFF2-40B4-BE49-F238E27FC236}">
                <a16:creationId xmlns:a16="http://schemas.microsoft.com/office/drawing/2014/main" id="{65437487-403A-4051-A2BB-B69630DFE51C}"/>
              </a:ext>
            </a:extLst>
          </p:cNvPr>
          <p:cNvSpPr/>
          <p:nvPr/>
        </p:nvSpPr>
        <p:spPr>
          <a:xfrm rot="5400000">
            <a:off x="8346614" y="2903566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5" name="연결선: 꺾임 8">
            <a:extLst>
              <a:ext uri="{FF2B5EF4-FFF2-40B4-BE49-F238E27FC236}">
                <a16:creationId xmlns:a16="http://schemas.microsoft.com/office/drawing/2014/main" id="{36C6F7CD-940C-46D9-9667-D2E72C21E722}"/>
              </a:ext>
            </a:extLst>
          </p:cNvPr>
          <p:cNvCxnSpPr>
            <a:cxnSpLocks/>
            <a:stCxn id="69" idx="1"/>
            <a:endCxn id="73" idx="3"/>
          </p:cNvCxnSpPr>
          <p:nvPr/>
        </p:nvCxnSpPr>
        <p:spPr>
          <a:xfrm flipH="1">
            <a:off x="9433430" y="2528214"/>
            <a:ext cx="575986" cy="46808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A4BBD4C-8915-401D-B4D3-28513B82B420}"/>
              </a:ext>
            </a:extLst>
          </p:cNvPr>
          <p:cNvSpPr txBox="1"/>
          <p:nvPr/>
        </p:nvSpPr>
        <p:spPr>
          <a:xfrm>
            <a:off x="2828981" y="572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4420" lvl="3" indent="-179705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Compone</a:t>
            </a:r>
            <a:r>
              <a:rPr lang="en-US" altLang="ko-KR" sz="14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nt</a:t>
            </a:r>
            <a:r>
              <a:rPr lang="en-US" altLang="ko-KR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Mapping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2778141" y="4983142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888A61-37F0-4E33-AA7A-EA86273AC051}"/>
              </a:ext>
            </a:extLst>
          </p:cNvPr>
          <p:cNvSpPr/>
          <p:nvPr/>
        </p:nvSpPr>
        <p:spPr>
          <a:xfrm>
            <a:off x="2766782" y="5635829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F546484-4AE6-475E-A4E1-53626835792A}"/>
              </a:ext>
            </a:extLst>
          </p:cNvPr>
          <p:cNvSpPr/>
          <p:nvPr/>
        </p:nvSpPr>
        <p:spPr>
          <a:xfrm>
            <a:off x="4019604" y="5717087"/>
            <a:ext cx="736279" cy="49427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1573804-59B8-4C06-8AA7-B1656C457B22}"/>
              </a:ext>
            </a:extLst>
          </p:cNvPr>
          <p:cNvCxnSpPr>
            <a:cxnSpLocks/>
            <a:stCxn id="42" idx="3"/>
            <a:endCxn id="45" idx="1"/>
          </p:cNvCxnSpPr>
          <p:nvPr/>
        </p:nvCxnSpPr>
        <p:spPr>
          <a:xfrm>
            <a:off x="3641460" y="5188242"/>
            <a:ext cx="378144" cy="77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3FA8B2D-FF15-430E-A419-9F61F0BECF86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3630101" y="5840929"/>
            <a:ext cx="389503" cy="123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E78F6DB-1A8C-44A8-B33D-492541A72636}"/>
              </a:ext>
            </a:extLst>
          </p:cNvPr>
          <p:cNvSpPr/>
          <p:nvPr/>
        </p:nvSpPr>
        <p:spPr>
          <a:xfrm>
            <a:off x="2696551" y="509283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D0CA7EB-3771-4F55-923F-4F0215E21D5B}"/>
              </a:ext>
            </a:extLst>
          </p:cNvPr>
          <p:cNvSpPr/>
          <p:nvPr/>
        </p:nvSpPr>
        <p:spPr>
          <a:xfrm>
            <a:off x="2687217" y="5730913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51F7F15-6B1A-4B30-9F52-21D1576D8197}"/>
              </a:ext>
            </a:extLst>
          </p:cNvPr>
          <p:cNvSpPr/>
          <p:nvPr/>
        </p:nvSpPr>
        <p:spPr>
          <a:xfrm>
            <a:off x="3533978" y="5102204"/>
            <a:ext cx="169339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269CB41-E03F-4DFF-A58C-39A0EC7D5859}"/>
              </a:ext>
            </a:extLst>
          </p:cNvPr>
          <p:cNvSpPr/>
          <p:nvPr/>
        </p:nvSpPr>
        <p:spPr>
          <a:xfrm>
            <a:off x="3530050" y="5778523"/>
            <a:ext cx="169339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CD43E5-803E-424B-8786-ABA753FCBC96}"/>
              </a:ext>
            </a:extLst>
          </p:cNvPr>
          <p:cNvSpPr txBox="1"/>
          <p:nvPr/>
        </p:nvSpPr>
        <p:spPr>
          <a:xfrm>
            <a:off x="2586728" y="521829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7460B06-1D1F-45CD-8787-B0037733DD9C}"/>
              </a:ext>
            </a:extLst>
          </p:cNvPr>
          <p:cNvSpPr/>
          <p:nvPr/>
        </p:nvSpPr>
        <p:spPr>
          <a:xfrm>
            <a:off x="4315743" y="6131702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BDB088-4A6F-4FB4-AF14-6DDB80BB7A2D}"/>
              </a:ext>
            </a:extLst>
          </p:cNvPr>
          <p:cNvSpPr txBox="1"/>
          <p:nvPr/>
        </p:nvSpPr>
        <p:spPr>
          <a:xfrm>
            <a:off x="3597687" y="4951487"/>
            <a:ext cx="4363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A2F28EC-CF47-47C0-8D25-247F0E242385}"/>
              </a:ext>
            </a:extLst>
          </p:cNvPr>
          <p:cNvSpPr/>
          <p:nvPr/>
        </p:nvSpPr>
        <p:spPr>
          <a:xfrm>
            <a:off x="3920450" y="5911373"/>
            <a:ext cx="144457" cy="1533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6EB8DF-F9E9-4EE4-B1CC-1D1BCADDB1D7}"/>
              </a:ext>
            </a:extLst>
          </p:cNvPr>
          <p:cNvSpPr txBox="1"/>
          <p:nvPr/>
        </p:nvSpPr>
        <p:spPr>
          <a:xfrm>
            <a:off x="3387749" y="5990347"/>
            <a:ext cx="4363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772FCF-4C48-4D8C-A34F-1109431032F7}"/>
              </a:ext>
            </a:extLst>
          </p:cNvPr>
          <p:cNvSpPr txBox="1"/>
          <p:nvPr/>
        </p:nvSpPr>
        <p:spPr>
          <a:xfrm>
            <a:off x="3844243" y="5551258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9C93F78-4FBF-4962-BA6B-79BBA85376A8}"/>
              </a:ext>
            </a:extLst>
          </p:cNvPr>
          <p:cNvSpPr/>
          <p:nvPr/>
        </p:nvSpPr>
        <p:spPr>
          <a:xfrm>
            <a:off x="8924981" y="4629155"/>
            <a:ext cx="760765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B0DAB5-7AE9-479B-ADB7-CF62E8579FD4}"/>
              </a:ext>
            </a:extLst>
          </p:cNvPr>
          <p:cNvSpPr/>
          <p:nvPr/>
        </p:nvSpPr>
        <p:spPr>
          <a:xfrm>
            <a:off x="8943810" y="5156850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Cache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2C69581-C731-46EA-AE8F-C444EF796EC0}"/>
              </a:ext>
            </a:extLst>
          </p:cNvPr>
          <p:cNvSpPr/>
          <p:nvPr/>
        </p:nvSpPr>
        <p:spPr>
          <a:xfrm>
            <a:off x="8933571" y="5747434"/>
            <a:ext cx="85270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Easy</a:t>
            </a:r>
          </a:p>
          <a:p>
            <a:pPr algn="ctr"/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38233B3-8B17-4B77-851B-77AAEAFFEAE8}"/>
              </a:ext>
            </a:extLst>
          </p:cNvPr>
          <p:cNvSpPr/>
          <p:nvPr/>
        </p:nvSpPr>
        <p:spPr>
          <a:xfrm>
            <a:off x="7874715" y="5504574"/>
            <a:ext cx="764328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 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960C260-1BA5-4375-A0A2-202BCD421465}"/>
              </a:ext>
            </a:extLst>
          </p:cNvPr>
          <p:cNvCxnSpPr>
            <a:cxnSpLocks/>
            <a:stCxn id="84" idx="3"/>
            <a:endCxn id="81" idx="1"/>
          </p:cNvCxnSpPr>
          <p:nvPr/>
        </p:nvCxnSpPr>
        <p:spPr>
          <a:xfrm flipV="1">
            <a:off x="8639043" y="4834255"/>
            <a:ext cx="285938" cy="87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882CC29-CFC8-4BFE-B875-FFD11F410E4E}"/>
              </a:ext>
            </a:extLst>
          </p:cNvPr>
          <p:cNvCxnSpPr>
            <a:cxnSpLocks/>
            <a:stCxn id="84" idx="3"/>
            <a:endCxn id="82" idx="1"/>
          </p:cNvCxnSpPr>
          <p:nvPr/>
        </p:nvCxnSpPr>
        <p:spPr>
          <a:xfrm flipV="1">
            <a:off x="8639043" y="5361950"/>
            <a:ext cx="304767" cy="347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D387C9C-C70B-40EB-800D-2181AC9E22E9}"/>
              </a:ext>
            </a:extLst>
          </p:cNvPr>
          <p:cNvCxnSpPr>
            <a:cxnSpLocks/>
            <a:stCxn id="84" idx="3"/>
            <a:endCxn id="83" idx="1"/>
          </p:cNvCxnSpPr>
          <p:nvPr/>
        </p:nvCxnSpPr>
        <p:spPr>
          <a:xfrm>
            <a:off x="8639043" y="5709674"/>
            <a:ext cx="294528" cy="24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E8047B5-24E4-4DD0-9504-B57C27F70B11}"/>
              </a:ext>
            </a:extLst>
          </p:cNvPr>
          <p:cNvSpPr/>
          <p:nvPr/>
        </p:nvSpPr>
        <p:spPr>
          <a:xfrm>
            <a:off x="8871810" y="4773672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95358B1-F2B6-4181-BE09-5C2A843D1B48}"/>
              </a:ext>
            </a:extLst>
          </p:cNvPr>
          <p:cNvSpPr/>
          <p:nvPr/>
        </p:nvSpPr>
        <p:spPr>
          <a:xfrm>
            <a:off x="8891614" y="529835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D51E386-DF65-40D3-A2AB-95087C0B0237}"/>
              </a:ext>
            </a:extLst>
          </p:cNvPr>
          <p:cNvSpPr/>
          <p:nvPr/>
        </p:nvSpPr>
        <p:spPr>
          <a:xfrm>
            <a:off x="8822674" y="5878114"/>
            <a:ext cx="182109" cy="1121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D42CE4C-5267-4F17-B162-309C1823D837}"/>
              </a:ext>
            </a:extLst>
          </p:cNvPr>
          <p:cNvSpPr/>
          <p:nvPr/>
        </p:nvSpPr>
        <p:spPr>
          <a:xfrm>
            <a:off x="8575598" y="5601707"/>
            <a:ext cx="179580" cy="1608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A6FF796-04DE-4D3A-8735-03D4CC6DC64A}"/>
              </a:ext>
            </a:extLst>
          </p:cNvPr>
          <p:cNvSpPr/>
          <p:nvPr/>
        </p:nvSpPr>
        <p:spPr>
          <a:xfrm>
            <a:off x="8204694" y="5848794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5E0C08-B8A1-48C6-830F-E2581D323D70}"/>
              </a:ext>
            </a:extLst>
          </p:cNvPr>
          <p:cNvSpPr txBox="1"/>
          <p:nvPr/>
        </p:nvSpPr>
        <p:spPr>
          <a:xfrm>
            <a:off x="7693716" y="5892372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Handler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EE24EE9-D51D-459F-BA5F-A17794D18BA5}"/>
              </a:ext>
            </a:extLst>
          </p:cNvPr>
          <p:cNvSpPr txBox="1"/>
          <p:nvPr/>
        </p:nvSpPr>
        <p:spPr>
          <a:xfrm>
            <a:off x="8193389" y="5311589"/>
            <a:ext cx="5886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payment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A384808-4D18-4AA6-AA8A-1F274B700ABD}"/>
              </a:ext>
            </a:extLst>
          </p:cNvPr>
          <p:cNvSpPr txBox="1"/>
          <p:nvPr/>
        </p:nvSpPr>
        <p:spPr>
          <a:xfrm>
            <a:off x="8468696" y="4570993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D35C2EA-EDA8-4F96-9DC5-02C893F9D773}"/>
              </a:ext>
            </a:extLst>
          </p:cNvPr>
          <p:cNvSpPr txBox="1"/>
          <p:nvPr/>
        </p:nvSpPr>
        <p:spPr>
          <a:xfrm>
            <a:off x="8713163" y="5121674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D353E6-B394-42B8-929E-CC478B627960}"/>
              </a:ext>
            </a:extLst>
          </p:cNvPr>
          <p:cNvSpPr txBox="1"/>
          <p:nvPr/>
        </p:nvSpPr>
        <p:spPr>
          <a:xfrm>
            <a:off x="8515753" y="5960354"/>
            <a:ext cx="5325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request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2C035B7-D84B-4CF6-82E1-5B50554B9A6C}"/>
              </a:ext>
            </a:extLst>
          </p:cNvPr>
          <p:cNvSpPr/>
          <p:nvPr/>
        </p:nvSpPr>
        <p:spPr>
          <a:xfrm>
            <a:off x="9633957" y="479256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5A9096C-23CD-43A3-9BFE-4AED6BDAEE0E}"/>
              </a:ext>
            </a:extLst>
          </p:cNvPr>
          <p:cNvSpPr/>
          <p:nvPr/>
        </p:nvSpPr>
        <p:spPr>
          <a:xfrm>
            <a:off x="9718839" y="5297643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DF7E032-09A5-4AFD-8EFF-BC508A98EC49}"/>
              </a:ext>
            </a:extLst>
          </p:cNvPr>
          <p:cNvSpPr/>
          <p:nvPr/>
        </p:nvSpPr>
        <p:spPr>
          <a:xfrm>
            <a:off x="9699187" y="5906354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57EE9DD-D15F-4AD2-BF1D-7BE341B61119}"/>
              </a:ext>
            </a:extLst>
          </p:cNvPr>
          <p:cNvSpPr/>
          <p:nvPr/>
        </p:nvSpPr>
        <p:spPr>
          <a:xfrm>
            <a:off x="1757548" y="2618509"/>
            <a:ext cx="2832265" cy="1638795"/>
          </a:xfrm>
          <a:custGeom>
            <a:avLst/>
            <a:gdLst>
              <a:gd name="connsiteX0" fmla="*/ 2832265 w 2832265"/>
              <a:gd name="connsiteY0" fmla="*/ 5938 h 1638795"/>
              <a:gd name="connsiteX1" fmla="*/ 2832265 w 2832265"/>
              <a:gd name="connsiteY1" fmla="*/ 5938 h 1638795"/>
              <a:gd name="connsiteX2" fmla="*/ 2749138 w 2832265"/>
              <a:gd name="connsiteY2" fmla="*/ 0 h 1638795"/>
              <a:gd name="connsiteX3" fmla="*/ 653143 w 2832265"/>
              <a:gd name="connsiteY3" fmla="*/ 0 h 1638795"/>
              <a:gd name="connsiteX4" fmla="*/ 653143 w 2832265"/>
              <a:gd name="connsiteY4" fmla="*/ 706582 h 1638795"/>
              <a:gd name="connsiteX5" fmla="*/ 0 w 2832265"/>
              <a:gd name="connsiteY5" fmla="*/ 706582 h 1638795"/>
              <a:gd name="connsiteX6" fmla="*/ 0 w 2832265"/>
              <a:gd name="connsiteY6" fmla="*/ 1638795 h 1638795"/>
              <a:gd name="connsiteX7" fmla="*/ 1140031 w 2832265"/>
              <a:gd name="connsiteY7" fmla="*/ 1638795 h 1638795"/>
              <a:gd name="connsiteX8" fmla="*/ 1140031 w 2832265"/>
              <a:gd name="connsiteY8" fmla="*/ 878774 h 1638795"/>
              <a:gd name="connsiteX9" fmla="*/ 2832265 w 2832265"/>
              <a:gd name="connsiteY9" fmla="*/ 878774 h 1638795"/>
              <a:gd name="connsiteX10" fmla="*/ 2832265 w 2832265"/>
              <a:gd name="connsiteY10" fmla="*/ 5938 h 163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32265" h="1638795">
                <a:moveTo>
                  <a:pt x="2832265" y="5938"/>
                </a:moveTo>
                <a:lnTo>
                  <a:pt x="2832265" y="5938"/>
                </a:lnTo>
                <a:lnTo>
                  <a:pt x="2749138" y="0"/>
                </a:lnTo>
                <a:lnTo>
                  <a:pt x="653143" y="0"/>
                </a:lnTo>
                <a:lnTo>
                  <a:pt x="653143" y="706582"/>
                </a:lnTo>
                <a:lnTo>
                  <a:pt x="0" y="706582"/>
                </a:lnTo>
                <a:lnTo>
                  <a:pt x="0" y="1638795"/>
                </a:lnTo>
                <a:lnTo>
                  <a:pt x="1140031" y="1638795"/>
                </a:lnTo>
                <a:lnTo>
                  <a:pt x="1140031" y="878774"/>
                </a:lnTo>
                <a:lnTo>
                  <a:pt x="2832265" y="878774"/>
                </a:lnTo>
                <a:lnTo>
                  <a:pt x="2832265" y="5938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AB1BA3C-69C9-4D74-BDB8-67490032BA93}"/>
              </a:ext>
            </a:extLst>
          </p:cNvPr>
          <p:cNvCxnSpPr/>
          <p:nvPr/>
        </p:nvCxnSpPr>
        <p:spPr>
          <a:xfrm>
            <a:off x="2313364" y="4260374"/>
            <a:ext cx="524020" cy="7257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878420C3-F780-4703-A5A4-3D1B5EB2CAF3}"/>
              </a:ext>
            </a:extLst>
          </p:cNvPr>
          <p:cNvSpPr/>
          <p:nvPr/>
        </p:nvSpPr>
        <p:spPr>
          <a:xfrm>
            <a:off x="2309751" y="2481943"/>
            <a:ext cx="2381002" cy="1751610"/>
          </a:xfrm>
          <a:custGeom>
            <a:avLst/>
            <a:gdLst>
              <a:gd name="connsiteX0" fmla="*/ 0 w 2381002"/>
              <a:gd name="connsiteY0" fmla="*/ 0 h 1751610"/>
              <a:gd name="connsiteX1" fmla="*/ 5937 w 2381002"/>
              <a:gd name="connsiteY1" fmla="*/ 1151906 h 1751610"/>
              <a:gd name="connsiteX2" fmla="*/ 831272 w 2381002"/>
              <a:gd name="connsiteY2" fmla="*/ 1151906 h 1751610"/>
              <a:gd name="connsiteX3" fmla="*/ 831272 w 2381002"/>
              <a:gd name="connsiteY3" fmla="*/ 1751610 h 1751610"/>
              <a:gd name="connsiteX4" fmla="*/ 2381002 w 2381002"/>
              <a:gd name="connsiteY4" fmla="*/ 1751610 h 1751610"/>
              <a:gd name="connsiteX5" fmla="*/ 2381002 w 2381002"/>
              <a:gd name="connsiteY5" fmla="*/ 17813 h 1751610"/>
              <a:gd name="connsiteX6" fmla="*/ 0 w 2381002"/>
              <a:gd name="connsiteY6" fmla="*/ 0 h 175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1002" h="1751610">
                <a:moveTo>
                  <a:pt x="0" y="0"/>
                </a:moveTo>
                <a:lnTo>
                  <a:pt x="5937" y="1151906"/>
                </a:lnTo>
                <a:lnTo>
                  <a:pt x="831272" y="1151906"/>
                </a:lnTo>
                <a:lnTo>
                  <a:pt x="831272" y="1751610"/>
                </a:lnTo>
                <a:lnTo>
                  <a:pt x="2381002" y="1751610"/>
                </a:lnTo>
                <a:lnTo>
                  <a:pt x="2381002" y="17813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940D1C8-A1B8-4E09-94F4-9E456B9DAE32}"/>
              </a:ext>
            </a:extLst>
          </p:cNvPr>
          <p:cNvCxnSpPr>
            <a:cxnSpLocks/>
          </p:cNvCxnSpPr>
          <p:nvPr/>
        </p:nvCxnSpPr>
        <p:spPr>
          <a:xfrm flipH="1">
            <a:off x="3614719" y="4231256"/>
            <a:ext cx="852927" cy="140012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812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697671" y="2695743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Calculator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2838262" y="1620554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Expression Parser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2838262" y="2695743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General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2838261" y="3765339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Special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오른쪽 화살표 10"/>
          <p:cNvSpPr/>
          <p:nvPr/>
        </p:nvSpPr>
        <p:spPr>
          <a:xfrm rot="20334864">
            <a:off x="4769783" y="1935839"/>
            <a:ext cx="461394" cy="92558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5598240" y="1329036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Calculator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7738831" y="253847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comp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Expression Parser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7738831" y="1329036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comp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General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7738830" y="2398632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comp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Special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7" y="253847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Expression Parser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7" y="1329036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General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6" y="2398632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Special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" name="직선 연결선 19"/>
          <p:cNvCxnSpPr>
            <a:stCxn id="12" idx="3"/>
            <a:endCxn id="13" idx="1"/>
          </p:cNvCxnSpPr>
          <p:nvPr/>
        </p:nvCxnSpPr>
        <p:spPr>
          <a:xfrm flipV="1">
            <a:off x="6964261" y="614533"/>
            <a:ext cx="774570" cy="1075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2" idx="3"/>
            <a:endCxn id="14" idx="1"/>
          </p:cNvCxnSpPr>
          <p:nvPr/>
        </p:nvCxnSpPr>
        <p:spPr>
          <a:xfrm>
            <a:off x="6964261" y="1689722"/>
            <a:ext cx="7745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2" idx="3"/>
            <a:endCxn id="15" idx="1"/>
          </p:cNvCxnSpPr>
          <p:nvPr/>
        </p:nvCxnSpPr>
        <p:spPr>
          <a:xfrm>
            <a:off x="6964261" y="1689722"/>
            <a:ext cx="774569" cy="1069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2223083" y="1981240"/>
            <a:ext cx="402671" cy="54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flipH="1">
            <a:off x="2186725" y="3056429"/>
            <a:ext cx="450201" cy="3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 flipV="1">
            <a:off x="2186726" y="3456922"/>
            <a:ext cx="508248" cy="569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H="1">
            <a:off x="9226497" y="614533"/>
            <a:ext cx="571844" cy="19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H="1">
            <a:off x="9254447" y="1669819"/>
            <a:ext cx="571844" cy="19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H="1">
            <a:off x="9217398" y="2705202"/>
            <a:ext cx="571844" cy="19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오른쪽 화살표 22"/>
          <p:cNvSpPr/>
          <p:nvPr/>
        </p:nvSpPr>
        <p:spPr>
          <a:xfrm rot="1441372">
            <a:off x="4748154" y="3767315"/>
            <a:ext cx="461394" cy="92558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5598240" y="4583924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Calculator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7738831" y="4583924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Calculator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7" y="3508735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Expression Parser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7" y="4583924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General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005256" y="5653520"/>
            <a:ext cx="1366021" cy="7213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Special Calc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9" name="직선 연결선 38"/>
          <p:cNvCxnSpPr>
            <a:stCxn id="27" idx="3"/>
            <a:endCxn id="32" idx="1"/>
          </p:cNvCxnSpPr>
          <p:nvPr/>
        </p:nvCxnSpPr>
        <p:spPr>
          <a:xfrm flipV="1">
            <a:off x="9104852" y="3869421"/>
            <a:ext cx="900405" cy="1075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flipH="1">
            <a:off x="7002707" y="4944610"/>
            <a:ext cx="571844" cy="19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27" idx="3"/>
            <a:endCxn id="34" idx="1"/>
          </p:cNvCxnSpPr>
          <p:nvPr/>
        </p:nvCxnSpPr>
        <p:spPr>
          <a:xfrm>
            <a:off x="9104852" y="4944610"/>
            <a:ext cx="9004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stCxn id="27" idx="3"/>
            <a:endCxn id="37" idx="1"/>
          </p:cNvCxnSpPr>
          <p:nvPr/>
        </p:nvCxnSpPr>
        <p:spPr>
          <a:xfrm>
            <a:off x="9104852" y="4944610"/>
            <a:ext cx="900404" cy="1069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4739780" y="3347207"/>
            <a:ext cx="689575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580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오른쪽 화살표 10"/>
          <p:cNvSpPr/>
          <p:nvPr/>
        </p:nvSpPr>
        <p:spPr>
          <a:xfrm rot="20128396">
            <a:off x="4699309" y="2214078"/>
            <a:ext cx="461394" cy="92558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/>
          <p:cNvGrpSpPr/>
          <p:nvPr/>
        </p:nvGrpSpPr>
        <p:grpSpPr>
          <a:xfrm>
            <a:off x="1444506" y="2056027"/>
            <a:ext cx="2884449" cy="2464894"/>
            <a:chOff x="697671" y="1396848"/>
            <a:chExt cx="3506612" cy="355685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697671" y="2695743"/>
              <a:ext cx="1366021" cy="7213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Mobile</a:t>
              </a:r>
              <a:endPara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2838262" y="2695743"/>
              <a:ext cx="1366021" cy="7213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 module &gt;&gt;</a:t>
              </a:r>
              <a:endPara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HttpClient</a:t>
              </a:r>
              <a:endPara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 flipH="1" flipV="1">
              <a:off x="2186725" y="1837190"/>
              <a:ext cx="450201" cy="9731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/>
            <p:nvPr/>
          </p:nvCxnSpPr>
          <p:spPr>
            <a:xfrm flipH="1">
              <a:off x="2186725" y="3056429"/>
              <a:ext cx="450201" cy="398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/>
            <p:nvPr/>
          </p:nvCxnSpPr>
          <p:spPr>
            <a:xfrm flipH="1">
              <a:off x="2306972" y="3296873"/>
              <a:ext cx="329954" cy="11898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697671" y="1396848"/>
              <a:ext cx="1366021" cy="7213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Kiosk</a:t>
              </a:r>
              <a:endPara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740642" y="4232326"/>
              <a:ext cx="1366021" cy="7213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5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Robot</a:t>
              </a:r>
              <a:endPara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5637668" y="367647"/>
            <a:ext cx="4916031" cy="2519125"/>
            <a:chOff x="5992274" y="798474"/>
            <a:chExt cx="4876864" cy="434186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5992274" y="2695743"/>
              <a:ext cx="1135559" cy="721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Mobile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7989030" y="2695743"/>
              <a:ext cx="1166036" cy="721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 comp 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HttpClient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4" name="직선 화살표 연결선 33"/>
            <p:cNvCxnSpPr>
              <a:stCxn id="32" idx="1"/>
              <a:endCxn id="39" idx="3"/>
            </p:cNvCxnSpPr>
            <p:nvPr/>
          </p:nvCxnSpPr>
          <p:spPr>
            <a:xfrm flipH="1" flipV="1">
              <a:off x="7127833" y="1757534"/>
              <a:ext cx="861197" cy="129889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/>
            <p:nvPr/>
          </p:nvCxnSpPr>
          <p:spPr>
            <a:xfrm flipH="1">
              <a:off x="9185700" y="2965177"/>
              <a:ext cx="450201" cy="398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5992274" y="1396848"/>
              <a:ext cx="1135559" cy="721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Kiosk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6035245" y="4232326"/>
              <a:ext cx="1135559" cy="721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Robot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9659694" y="2575501"/>
              <a:ext cx="1209444" cy="7213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 module &gt;&gt;</a:t>
              </a:r>
              <a:endPara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HttpClient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2" name="직선 화살표 연결선 41"/>
            <p:cNvCxnSpPr>
              <a:stCxn id="32" idx="1"/>
              <a:endCxn id="30" idx="3"/>
            </p:cNvCxnSpPr>
            <p:nvPr/>
          </p:nvCxnSpPr>
          <p:spPr>
            <a:xfrm flipH="1">
              <a:off x="7127833" y="3056429"/>
              <a:ext cx="861197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>
              <a:stCxn id="32" idx="1"/>
              <a:endCxn id="40" idx="3"/>
            </p:cNvCxnSpPr>
            <p:nvPr/>
          </p:nvCxnSpPr>
          <p:spPr>
            <a:xfrm flipH="1">
              <a:off x="7170804" y="3056429"/>
              <a:ext cx="818226" cy="153658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7989030" y="824608"/>
              <a:ext cx="956372" cy="649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….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7" name="직선 화살표 연결선 46"/>
            <p:cNvCxnSpPr>
              <a:stCxn id="39" idx="3"/>
              <a:endCxn id="46" idx="1"/>
            </p:cNvCxnSpPr>
            <p:nvPr/>
          </p:nvCxnSpPr>
          <p:spPr>
            <a:xfrm flipV="1">
              <a:off x="7127833" y="1149332"/>
              <a:ext cx="861197" cy="6082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7931454" y="4490893"/>
              <a:ext cx="956372" cy="6494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&lt;&lt;comp&gt;&gt;</a:t>
              </a:r>
              <a:endPara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….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54" name="직선 화살표 연결선 53"/>
            <p:cNvCxnSpPr>
              <a:stCxn id="53" idx="1"/>
              <a:endCxn id="40" idx="3"/>
            </p:cNvCxnSpPr>
            <p:nvPr/>
          </p:nvCxnSpPr>
          <p:spPr>
            <a:xfrm flipH="1" flipV="1">
              <a:off x="7170804" y="4593012"/>
              <a:ext cx="760650" cy="22260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30" idx="3"/>
              <a:endCxn id="46" idx="1"/>
            </p:cNvCxnSpPr>
            <p:nvPr/>
          </p:nvCxnSpPr>
          <p:spPr>
            <a:xfrm flipV="1">
              <a:off x="7127833" y="1149332"/>
              <a:ext cx="861197" cy="190709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/>
            <p:cNvCxnSpPr/>
            <p:nvPr/>
          </p:nvCxnSpPr>
          <p:spPr>
            <a:xfrm flipH="1">
              <a:off x="8946774" y="1188150"/>
              <a:ext cx="450201" cy="398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D770C09-1428-49F8-9CFE-B45ACDE76B20}"/>
                </a:ext>
              </a:extLst>
            </p:cNvPr>
            <p:cNvSpPr/>
            <p:nvPr/>
          </p:nvSpPr>
          <p:spPr>
            <a:xfrm>
              <a:off x="9420768" y="798474"/>
              <a:ext cx="1209444" cy="7213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&lt;&lt; module &gt;&gt;</a:t>
              </a:r>
              <a:endPara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…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5553591" y="4973695"/>
            <a:ext cx="981413" cy="4775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5553591" y="4113860"/>
            <a:ext cx="981413" cy="4775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5590729" y="5781324"/>
            <a:ext cx="981413" cy="4775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8890852" y="4270682"/>
            <a:ext cx="1065831" cy="6175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Device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7150414" y="5818899"/>
            <a:ext cx="1068773" cy="4299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4" name="오른쪽 화살표 113"/>
          <p:cNvSpPr/>
          <p:nvPr/>
        </p:nvSpPr>
        <p:spPr>
          <a:xfrm rot="1800000">
            <a:off x="4706467" y="3304809"/>
            <a:ext cx="461394" cy="92558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6995552" y="4961807"/>
            <a:ext cx="981413" cy="477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&lt;&lt;comp&gt;&gt;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Device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6995552" y="4101972"/>
            <a:ext cx="981413" cy="477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Kiosk</a:t>
            </a: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Device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5" name="직선 화살표 연결선 124"/>
          <p:cNvCxnSpPr/>
          <p:nvPr/>
        </p:nvCxnSpPr>
        <p:spPr>
          <a:xfrm flipH="1">
            <a:off x="6580969" y="4327561"/>
            <a:ext cx="389089" cy="26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/>
          <p:nvPr/>
        </p:nvCxnSpPr>
        <p:spPr>
          <a:xfrm flipH="1">
            <a:off x="6561919" y="5194336"/>
            <a:ext cx="389089" cy="26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이등변 삼각형 128">
            <a:extLst>
              <a:ext uri="{FF2B5EF4-FFF2-40B4-BE49-F238E27FC236}">
                <a16:creationId xmlns:a16="http://schemas.microsoft.com/office/drawing/2014/main" id="{65437487-403A-4051-A2BB-B69630DFE51C}"/>
              </a:ext>
            </a:extLst>
          </p:cNvPr>
          <p:cNvSpPr/>
          <p:nvPr/>
        </p:nvSpPr>
        <p:spPr>
          <a:xfrm rot="5400000">
            <a:off x="8635272" y="4499970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0" name="직선 화살표 연결선 129"/>
          <p:cNvCxnSpPr>
            <a:stCxn id="124" idx="3"/>
            <a:endCxn id="129" idx="3"/>
          </p:cNvCxnSpPr>
          <p:nvPr/>
        </p:nvCxnSpPr>
        <p:spPr>
          <a:xfrm>
            <a:off x="7976965" y="4340737"/>
            <a:ext cx="707395" cy="25065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/>
          <p:cNvCxnSpPr>
            <a:stCxn id="123" idx="3"/>
            <a:endCxn id="129" idx="3"/>
          </p:cNvCxnSpPr>
          <p:nvPr/>
        </p:nvCxnSpPr>
        <p:spPr>
          <a:xfrm flipV="1">
            <a:off x="7976965" y="4591391"/>
            <a:ext cx="707395" cy="6091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/>
          <p:cNvCxnSpPr>
            <a:stCxn id="107" idx="3"/>
            <a:endCxn id="137" idx="1"/>
          </p:cNvCxnSpPr>
          <p:nvPr/>
        </p:nvCxnSpPr>
        <p:spPr>
          <a:xfrm>
            <a:off x="9956683" y="4579469"/>
            <a:ext cx="503510" cy="308786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460193" y="4649490"/>
            <a:ext cx="1045268" cy="477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HttpClient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320374" y="3823818"/>
            <a:ext cx="1045268" cy="477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1" name="직선 화살표 연결선 140"/>
          <p:cNvCxnSpPr>
            <a:stCxn id="107" idx="3"/>
            <a:endCxn id="138" idx="1"/>
          </p:cNvCxnSpPr>
          <p:nvPr/>
        </p:nvCxnSpPr>
        <p:spPr>
          <a:xfrm flipV="1">
            <a:off x="9956683" y="4062583"/>
            <a:ext cx="363691" cy="516886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8948831" y="5655431"/>
            <a:ext cx="1065831" cy="6175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&lt;&lt;Module&gt;&gt;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Movile </a:t>
            </a:r>
          </a:p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Vehcle</a:t>
            </a:r>
          </a:p>
          <a:p>
            <a:pPr algn="ctr"/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7" name="이등변 삼각형 146">
            <a:extLst>
              <a:ext uri="{FF2B5EF4-FFF2-40B4-BE49-F238E27FC236}">
                <a16:creationId xmlns:a16="http://schemas.microsoft.com/office/drawing/2014/main" id="{65437487-403A-4051-A2BB-B69630DFE51C}"/>
              </a:ext>
            </a:extLst>
          </p:cNvPr>
          <p:cNvSpPr/>
          <p:nvPr/>
        </p:nvSpPr>
        <p:spPr>
          <a:xfrm rot="5400000">
            <a:off x="8693251" y="5884719"/>
            <a:ext cx="281015" cy="18284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8" name="직선 화살표 연결선 147"/>
          <p:cNvCxnSpPr>
            <a:stCxn id="146" idx="3"/>
            <a:endCxn id="137" idx="1"/>
          </p:cNvCxnSpPr>
          <p:nvPr/>
        </p:nvCxnSpPr>
        <p:spPr>
          <a:xfrm flipV="1">
            <a:off x="10014662" y="4888255"/>
            <a:ext cx="445531" cy="1075963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D770C09-1428-49F8-9CFE-B45ACDE76B20}"/>
              </a:ext>
            </a:extLst>
          </p:cNvPr>
          <p:cNvSpPr/>
          <p:nvPr/>
        </p:nvSpPr>
        <p:spPr>
          <a:xfrm>
            <a:off x="10480756" y="5975784"/>
            <a:ext cx="1045268" cy="477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&lt;&lt; module &gt;&gt;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1" name="직선 화살표 연결선 150"/>
          <p:cNvCxnSpPr>
            <a:stCxn id="146" idx="3"/>
            <a:endCxn id="150" idx="1"/>
          </p:cNvCxnSpPr>
          <p:nvPr/>
        </p:nvCxnSpPr>
        <p:spPr>
          <a:xfrm>
            <a:off x="10014662" y="5964218"/>
            <a:ext cx="466094" cy="250331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>
            <a:stCxn id="109" idx="3"/>
            <a:endCxn id="147" idx="3"/>
          </p:cNvCxnSpPr>
          <p:nvPr/>
        </p:nvCxnSpPr>
        <p:spPr>
          <a:xfrm flipV="1">
            <a:off x="8219187" y="5976140"/>
            <a:ext cx="523152" cy="5771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/>
          <p:cNvCxnSpPr/>
          <p:nvPr/>
        </p:nvCxnSpPr>
        <p:spPr>
          <a:xfrm>
            <a:off x="4626618" y="3187543"/>
            <a:ext cx="7281345" cy="46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/>
          <p:nvPr/>
        </p:nvCxnSpPr>
        <p:spPr>
          <a:xfrm flipH="1">
            <a:off x="6661287" y="6021381"/>
            <a:ext cx="389089" cy="26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79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4324979-8151-47D6-AE6B-4725166DFA0A}"/>
              </a:ext>
            </a:extLst>
          </p:cNvPr>
          <p:cNvSpPr/>
          <p:nvPr/>
        </p:nvSpPr>
        <p:spPr>
          <a:xfrm>
            <a:off x="3736286" y="3098401"/>
            <a:ext cx="918474" cy="29078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1FECA12-C8F5-436F-B402-529E953C0535}"/>
              </a:ext>
            </a:extLst>
          </p:cNvPr>
          <p:cNvSpPr/>
          <p:nvPr/>
        </p:nvSpPr>
        <p:spPr>
          <a:xfrm>
            <a:off x="3731904" y="3281818"/>
            <a:ext cx="4451641" cy="2913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5026827" y="849757"/>
            <a:ext cx="640577" cy="2491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5015757" y="952137"/>
            <a:ext cx="1026392" cy="146666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31798" y="3041791"/>
            <a:ext cx="508403" cy="3131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27476" y="3165488"/>
            <a:ext cx="2490881" cy="98445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8366345" y="3155703"/>
            <a:ext cx="13271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8351701" y="3259484"/>
            <a:ext cx="2556248" cy="214169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5939578" y="5603047"/>
            <a:ext cx="122638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Event Queue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6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</p:cNvCxnSpPr>
          <p:nvPr/>
        </p:nvCxnSpPr>
        <p:spPr>
          <a:xfrm flipV="1">
            <a:off x="5267522" y="5804766"/>
            <a:ext cx="414285" cy="67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6124020" y="4924431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Observer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2707596" y="3545447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Cooking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8478976" y="3396762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Dilivery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3" name="순서도: 판단 232"/>
          <p:cNvSpPr/>
          <p:nvPr/>
        </p:nvSpPr>
        <p:spPr>
          <a:xfrm rot="16200000">
            <a:off x="5718895" y="5690471"/>
            <a:ext cx="161178" cy="235354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4404203" y="5680367"/>
            <a:ext cx="863319" cy="3328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3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217" idx="2"/>
            <a:endCxn id="215" idx="0"/>
          </p:cNvCxnSpPr>
          <p:nvPr/>
        </p:nvCxnSpPr>
        <p:spPr>
          <a:xfrm rot="5400000">
            <a:off x="6420017" y="5467384"/>
            <a:ext cx="268416" cy="291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8551684" y="4298732"/>
            <a:ext cx="736279" cy="49194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Device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8" name="이등변 삼각형 297">
            <a:extLst>
              <a:ext uri="{FF2B5EF4-FFF2-40B4-BE49-F238E27FC236}">
                <a16:creationId xmlns:a16="http://schemas.microsoft.com/office/drawing/2014/main" id="{82FE61C2-5D76-4C36-8DED-CAAF2FBC3A70}"/>
              </a:ext>
            </a:extLst>
          </p:cNvPr>
          <p:cNvSpPr/>
          <p:nvPr/>
        </p:nvSpPr>
        <p:spPr>
          <a:xfrm rot="16200000">
            <a:off x="9263651" y="4305905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9855850" y="395936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Serving</a:t>
            </a: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9884386" y="4722593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RetrievalRobot</a:t>
            </a:r>
          </a:p>
        </p:txBody>
      </p:sp>
      <p:cxnSp>
        <p:nvCxnSpPr>
          <p:cNvPr id="302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300" idx="1"/>
            <a:endCxn id="298" idx="3"/>
          </p:cNvCxnSpPr>
          <p:nvPr/>
        </p:nvCxnSpPr>
        <p:spPr>
          <a:xfrm flipH="1">
            <a:off x="9495579" y="4164460"/>
            <a:ext cx="360271" cy="2328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301" idx="1"/>
            <a:endCxn id="158" idx="3"/>
          </p:cNvCxnSpPr>
          <p:nvPr/>
        </p:nvCxnSpPr>
        <p:spPr>
          <a:xfrm flipH="1" flipV="1">
            <a:off x="9496714" y="4709282"/>
            <a:ext cx="387672" cy="21841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9157722" y="4863371"/>
            <a:ext cx="4293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Robot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1405114" y="3553263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Chef Terminal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682703" y="2811997"/>
            <a:ext cx="1905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Cooking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667541" y="927559"/>
            <a:ext cx="3933996" cy="2033711"/>
            <a:chOff x="6215137" y="425159"/>
            <a:chExt cx="4614251" cy="238537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F84714C-A6FD-49D5-8CFA-1DF3056DAE01}"/>
                </a:ext>
              </a:extLst>
            </p:cNvPr>
            <p:cNvSpPr/>
            <p:nvPr/>
          </p:nvSpPr>
          <p:spPr>
            <a:xfrm>
              <a:off x="6355313" y="751217"/>
              <a:ext cx="1181717" cy="3077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444C77-5498-4CED-B379-2AA5A570E1F8}"/>
                </a:ext>
              </a:extLst>
            </p:cNvPr>
            <p:cNvSpPr/>
            <p:nvPr/>
          </p:nvSpPr>
          <p:spPr>
            <a:xfrm>
              <a:off x="6333100" y="955463"/>
              <a:ext cx="4496288" cy="1855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74061B-557D-447F-8360-C50D703A1603}"/>
                </a:ext>
              </a:extLst>
            </p:cNvPr>
            <p:cNvSpPr txBox="1"/>
            <p:nvPr/>
          </p:nvSpPr>
          <p:spPr>
            <a:xfrm>
              <a:off x="6215137" y="425159"/>
              <a:ext cx="3823296" cy="306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93763" lvl="3" indent="-893763">
                <a:spcBef>
                  <a:spcPct val="20000"/>
                </a:spcBef>
                <a:spcAft>
                  <a:spcPts val="500"/>
                </a:spcAft>
                <a:buClr>
                  <a:srgbClr val="1F497D"/>
                </a:buClr>
                <a:buSzPct val="110000"/>
                <a:defRPr/>
              </a:pPr>
              <a:r>
                <a:rPr lang="en-US" altLang="ko-KR" sz="1100" dirty="0">
                  <a:ln>
                    <a:solidFill>
                      <a:prstClr val="black">
                        <a:alpha val="1000"/>
                      </a:prst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Payment Modules</a:t>
              </a:r>
              <a:endParaRPr kumimoji="0" lang="en-US" altLang="ko-KR" sz="11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C1611E0-4DB9-4DCA-8D66-4A72A67F1E1B}"/>
                </a:ext>
              </a:extLst>
            </p:cNvPr>
            <p:cNvSpPr/>
            <p:nvPr/>
          </p:nvSpPr>
          <p:spPr>
            <a:xfrm>
              <a:off x="8252481" y="1232306"/>
              <a:ext cx="950914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 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9099402-6E8A-4BCE-BEC0-5D1E71737B98}"/>
                </a:ext>
              </a:extLst>
            </p:cNvPr>
            <p:cNvSpPr/>
            <p:nvPr/>
          </p:nvSpPr>
          <p:spPr>
            <a:xfrm>
              <a:off x="7575217" y="2122205"/>
              <a:ext cx="760765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Card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203444D-45AE-4808-9416-69AB81796779}"/>
                </a:ext>
              </a:extLst>
            </p:cNvPr>
            <p:cNvSpPr/>
            <p:nvPr/>
          </p:nvSpPr>
          <p:spPr>
            <a:xfrm>
              <a:off x="8507732" y="2130100"/>
              <a:ext cx="85270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Cache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3F6010-30BF-48C6-AB19-8E0CE0C7B219}"/>
                </a:ext>
              </a:extLst>
            </p:cNvPr>
            <p:cNvSpPr/>
            <p:nvPr/>
          </p:nvSpPr>
          <p:spPr>
            <a:xfrm>
              <a:off x="9532190" y="2122205"/>
              <a:ext cx="85270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Easy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3" name="이등변 삼각형 62">
              <a:extLst>
                <a:ext uri="{FF2B5EF4-FFF2-40B4-BE49-F238E27FC236}">
                  <a16:creationId xmlns:a16="http://schemas.microsoft.com/office/drawing/2014/main" id="{3D562B2F-2FA3-4755-AC87-D17F2E4CE5B3}"/>
                </a:ext>
              </a:extLst>
            </p:cNvPr>
            <p:cNvSpPr/>
            <p:nvPr/>
          </p:nvSpPr>
          <p:spPr>
            <a:xfrm>
              <a:off x="8326945" y="1667548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4" name="이등변 삼각형 63">
              <a:extLst>
                <a:ext uri="{FF2B5EF4-FFF2-40B4-BE49-F238E27FC236}">
                  <a16:creationId xmlns:a16="http://schemas.microsoft.com/office/drawing/2014/main" id="{4C930D64-5C5C-406D-B658-1D1AF2813BE0}"/>
                </a:ext>
              </a:extLst>
            </p:cNvPr>
            <p:cNvSpPr/>
            <p:nvPr/>
          </p:nvSpPr>
          <p:spPr>
            <a:xfrm>
              <a:off x="8892058" y="1669874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C5AFFB83-E1BA-433F-BAA5-D2B354719F33}"/>
                </a:ext>
              </a:extLst>
            </p:cNvPr>
            <p:cNvSpPr/>
            <p:nvPr/>
          </p:nvSpPr>
          <p:spPr>
            <a:xfrm>
              <a:off x="8621381" y="1667548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66" name="연결선: 꺾임 65">
              <a:extLst>
                <a:ext uri="{FF2B5EF4-FFF2-40B4-BE49-F238E27FC236}">
                  <a16:creationId xmlns:a16="http://schemas.microsoft.com/office/drawing/2014/main" id="{4F8531D7-B8C0-410D-8CF8-640CFC313CBF}"/>
                </a:ext>
              </a:extLst>
            </p:cNvPr>
            <p:cNvCxnSpPr>
              <a:cxnSpLocks/>
              <a:stCxn id="63" idx="3"/>
              <a:endCxn id="60" idx="0"/>
            </p:cNvCxnSpPr>
            <p:nvPr/>
          </p:nvCxnSpPr>
          <p:spPr>
            <a:xfrm rot="5400000">
              <a:off x="8075619" y="1730370"/>
              <a:ext cx="271817" cy="51185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BCEDE44C-A118-4E2F-9A99-F04EE24E0F26}"/>
                </a:ext>
              </a:extLst>
            </p:cNvPr>
            <p:cNvCxnSpPr>
              <a:cxnSpLocks/>
              <a:stCxn id="65" idx="3"/>
              <a:endCxn id="61" idx="0"/>
            </p:cNvCxnSpPr>
            <p:nvPr/>
          </p:nvCxnSpPr>
          <p:spPr>
            <a:xfrm rot="16200000" flipH="1">
              <a:off x="8708131" y="1904145"/>
              <a:ext cx="279712" cy="1721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E9DE7228-002C-4DE7-9B47-D2917F674FF4}"/>
                </a:ext>
              </a:extLst>
            </p:cNvPr>
            <p:cNvCxnSpPr>
              <a:cxnSpLocks/>
              <a:stCxn id="64" idx="3"/>
              <a:endCxn id="62" idx="0"/>
            </p:cNvCxnSpPr>
            <p:nvPr/>
          </p:nvCxnSpPr>
          <p:spPr>
            <a:xfrm rot="16200000" flipH="1">
              <a:off x="9360810" y="1524470"/>
              <a:ext cx="269491" cy="92597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1A6F4CF-6385-496D-B2AF-A3A7D86EEB4B}"/>
                </a:ext>
              </a:extLst>
            </p:cNvPr>
            <p:cNvSpPr/>
            <p:nvPr/>
          </p:nvSpPr>
          <p:spPr>
            <a:xfrm>
              <a:off x="6487447" y="2253203"/>
              <a:ext cx="91601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 </a:t>
              </a:r>
            </a:p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91" name="연결선: 꺾임 8">
              <a:extLst>
                <a:ext uri="{FF2B5EF4-FFF2-40B4-BE49-F238E27FC236}">
                  <a16:creationId xmlns:a16="http://schemas.microsoft.com/office/drawing/2014/main" id="{5C3349E2-2468-4990-A666-E0A15BFD1C0C}"/>
                </a:ext>
              </a:extLst>
            </p:cNvPr>
            <p:cNvCxnSpPr>
              <a:cxnSpLocks/>
              <a:stCxn id="59" idx="1"/>
              <a:endCxn id="191" idx="3"/>
            </p:cNvCxnSpPr>
            <p:nvPr/>
          </p:nvCxnSpPr>
          <p:spPr>
            <a:xfrm flipH="1">
              <a:off x="7954383" y="1437406"/>
              <a:ext cx="298098" cy="331039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연결선: 꺾임 8">
              <a:extLst>
                <a:ext uri="{FF2B5EF4-FFF2-40B4-BE49-F238E27FC236}">
                  <a16:creationId xmlns:a16="http://schemas.microsoft.com/office/drawing/2014/main" id="{5C3349E2-2468-4990-A666-E0A15BFD1C0C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 flipH="1">
              <a:off x="6945456" y="1817596"/>
              <a:ext cx="297740" cy="435607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1179553" y="1210435"/>
            <a:ext cx="1011711" cy="23463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62619" y="1366576"/>
            <a:ext cx="3164938" cy="14137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083097" y="954532"/>
            <a:ext cx="32732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Order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78E1E19-D8A0-4FB3-BCFC-D35FEF77760C}"/>
              </a:ext>
            </a:extLst>
          </p:cNvPr>
          <p:cNvGrpSpPr/>
          <p:nvPr/>
        </p:nvGrpSpPr>
        <p:grpSpPr>
          <a:xfrm>
            <a:off x="1316565" y="1562229"/>
            <a:ext cx="2928662" cy="1032534"/>
            <a:chOff x="7788417" y="3742203"/>
            <a:chExt cx="3841687" cy="135443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A87209-5300-43CE-8AD3-7E808EB14F15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7C3F64-BE10-4385-93FC-AE80EFF53F2B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0665757-A06A-4197-8E48-611534959681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842A20A-00DD-4705-AC16-A82635055D82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이등변 삼각형 54">
                <a:extLst>
                  <a:ext uri="{FF2B5EF4-FFF2-40B4-BE49-F238E27FC236}">
                    <a16:creationId xmlns:a16="http://schemas.microsoft.com/office/drawing/2014/main" id="{1E035213-93F7-4622-8F3C-ACF298AA7600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82FE61C2-5D76-4C36-8DED-CAAF2FBC3A70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1BE66B77-038D-41F7-BF99-305388D7B7BD}"/>
                  </a:ext>
                </a:extLst>
              </p:cNvPr>
              <p:cNvCxnSpPr>
                <a:stCxn id="55" idx="3"/>
                <a:endCxn id="53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꺾임 57">
                <a:extLst>
                  <a:ext uri="{FF2B5EF4-FFF2-40B4-BE49-F238E27FC236}">
                    <a16:creationId xmlns:a16="http://schemas.microsoft.com/office/drawing/2014/main" id="{50DCBB7A-88E2-481C-959A-BD30335031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7CDF01C-026E-459E-9B32-8DC95542778A}"/>
                </a:ext>
              </a:extLst>
            </p:cNvPr>
            <p:cNvSpPr/>
            <p:nvPr/>
          </p:nvSpPr>
          <p:spPr>
            <a:xfrm>
              <a:off x="10893825" y="4686435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79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52" idx="3"/>
            <a:endCxn id="183" idx="1"/>
          </p:cNvCxnSpPr>
          <p:nvPr/>
        </p:nvCxnSpPr>
        <p:spPr>
          <a:xfrm>
            <a:off x="2514352" y="1718585"/>
            <a:ext cx="256459" cy="3786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3305693" y="1708773"/>
            <a:ext cx="658888" cy="573279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183" idx="3"/>
            <a:endCxn id="167" idx="1"/>
          </p:cNvCxnSpPr>
          <p:nvPr/>
        </p:nvCxnSpPr>
        <p:spPr>
          <a:xfrm>
            <a:off x="3428951" y="1722371"/>
            <a:ext cx="1780525" cy="33317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220" idx="1"/>
            <a:endCxn id="311" idx="3"/>
          </p:cNvCxnSpPr>
          <p:nvPr/>
        </p:nvCxnSpPr>
        <p:spPr>
          <a:xfrm rot="10800000" flipV="1">
            <a:off x="2141394" y="3750547"/>
            <a:ext cx="566203" cy="781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5209476" y="1880686"/>
            <a:ext cx="715264" cy="3497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8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167" idx="3"/>
            <a:endCxn id="189" idx="1"/>
          </p:cNvCxnSpPr>
          <p:nvPr/>
        </p:nvCxnSpPr>
        <p:spPr>
          <a:xfrm>
            <a:off x="5924740" y="2055549"/>
            <a:ext cx="1311269" cy="48784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5136479" y="1122931"/>
            <a:ext cx="847623" cy="3497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State Bd</a:t>
            </a:r>
          </a:p>
        </p:txBody>
      </p:sp>
      <p:cxnSp>
        <p:nvCxnSpPr>
          <p:cNvPr id="174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167" idx="0"/>
            <a:endCxn id="173" idx="2"/>
          </p:cNvCxnSpPr>
          <p:nvPr/>
        </p:nvCxnSpPr>
        <p:spPr>
          <a:xfrm rot="16200000" flipV="1">
            <a:off x="5356278" y="1676671"/>
            <a:ext cx="408029" cy="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1674061B-557D-447F-8360-C50D703A1603}"/>
              </a:ext>
            </a:extLst>
          </p:cNvPr>
          <p:cNvSpPr txBox="1"/>
          <p:nvPr/>
        </p:nvSpPr>
        <p:spPr>
          <a:xfrm>
            <a:off x="4924732" y="579458"/>
            <a:ext cx="14788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05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Manager Modules</a:t>
            </a:r>
            <a:endParaRPr kumimoji="0" lang="en-US" altLang="ko-KR" sz="105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cxnSp>
        <p:nvCxnSpPr>
          <p:cNvPr id="224" name="직선 연결선 223"/>
          <p:cNvCxnSpPr>
            <a:cxnSpLocks/>
            <a:stCxn id="199" idx="1"/>
            <a:endCxn id="220" idx="3"/>
          </p:cNvCxnSpPr>
          <p:nvPr/>
        </p:nvCxnSpPr>
        <p:spPr>
          <a:xfrm flipH="1" flipV="1">
            <a:off x="3443875" y="3750547"/>
            <a:ext cx="758755" cy="39183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3572735" y="2856481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Event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AB999870-56D7-4BE8-BEAC-85B3D55297AE}"/>
              </a:ext>
            </a:extLst>
          </p:cNvPr>
          <p:cNvCxnSpPr>
            <a:cxnSpLocks/>
            <a:stCxn id="207" idx="2"/>
          </p:cNvCxnSpPr>
          <p:nvPr/>
        </p:nvCxnSpPr>
        <p:spPr>
          <a:xfrm rot="5400000">
            <a:off x="7080065" y="4633674"/>
            <a:ext cx="376179" cy="521064"/>
          </a:xfrm>
          <a:prstGeom prst="bentConnector2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8">
            <a:extLst>
              <a:ext uri="{FF2B5EF4-FFF2-40B4-BE49-F238E27FC236}">
                <a16:creationId xmlns:a16="http://schemas.microsoft.com/office/drawing/2014/main" id="{EF275320-E9DE-4320-A408-97D8EA188B3F}"/>
              </a:ext>
            </a:extLst>
          </p:cNvPr>
          <p:cNvCxnSpPr>
            <a:cxnSpLocks/>
            <a:stCxn id="223" idx="2"/>
            <a:endCxn id="293" idx="0"/>
          </p:cNvCxnSpPr>
          <p:nvPr/>
        </p:nvCxnSpPr>
        <p:spPr>
          <a:xfrm rot="16200000" flipH="1">
            <a:off x="8637585" y="4016493"/>
            <a:ext cx="491770" cy="727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27F9C03A-E08C-4090-9445-4071EB35877B}"/>
              </a:ext>
            </a:extLst>
          </p:cNvPr>
          <p:cNvSpPr/>
          <p:nvPr/>
        </p:nvSpPr>
        <p:spPr>
          <a:xfrm rot="16200000">
            <a:off x="9264786" y="4617862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32EB790F-DFE1-4BDD-9AE6-FBAC4D749AC3}"/>
              </a:ext>
            </a:extLst>
          </p:cNvPr>
          <p:cNvSpPr/>
          <p:nvPr/>
        </p:nvSpPr>
        <p:spPr>
          <a:xfrm>
            <a:off x="4851698" y="2104443"/>
            <a:ext cx="344245" cy="1867358"/>
          </a:xfrm>
          <a:custGeom>
            <a:avLst/>
            <a:gdLst>
              <a:gd name="connsiteX0" fmla="*/ 0 w 344245"/>
              <a:gd name="connsiteY0" fmla="*/ 2764715 h 2764715"/>
              <a:gd name="connsiteX1" fmla="*/ 0 w 344245"/>
              <a:gd name="connsiteY1" fmla="*/ 484094 h 2764715"/>
              <a:gd name="connsiteX2" fmla="*/ 344245 w 344245"/>
              <a:gd name="connsiteY2" fmla="*/ 0 h 27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245" h="2764715">
                <a:moveTo>
                  <a:pt x="0" y="2764715"/>
                </a:moveTo>
                <a:lnTo>
                  <a:pt x="0" y="484094"/>
                </a:lnTo>
                <a:lnTo>
                  <a:pt x="344245" y="0"/>
                </a:lnTo>
              </a:path>
            </a:pathLst>
          </a:cu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5524309" y="3910118"/>
            <a:ext cx="1226384" cy="36105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C922EA0-8E6E-43A7-BC3D-E4443EC577B5}"/>
              </a:ext>
            </a:extLst>
          </p:cNvPr>
          <p:cNvGrpSpPr/>
          <p:nvPr/>
        </p:nvGrpSpPr>
        <p:grpSpPr>
          <a:xfrm flipV="1">
            <a:off x="5356152" y="3740152"/>
            <a:ext cx="1368948" cy="415602"/>
            <a:chOff x="5764358" y="3350663"/>
            <a:chExt cx="1368948" cy="415602"/>
          </a:xfrm>
        </p:grpSpPr>
        <p:sp>
          <p:nvSpPr>
            <p:cNvPr id="206" name="이등변 삼각형 205">
              <a:extLst>
                <a:ext uri="{FF2B5EF4-FFF2-40B4-BE49-F238E27FC236}">
                  <a16:creationId xmlns:a16="http://schemas.microsoft.com/office/drawing/2014/main" id="{3D562B2F-2FA3-4755-AC87-D17F2E4CE5B3}"/>
                </a:ext>
              </a:extLst>
            </p:cNvPr>
            <p:cNvSpPr/>
            <p:nvPr/>
          </p:nvSpPr>
          <p:spPr>
            <a:xfrm rot="16200000" flipV="1">
              <a:off x="5716533" y="3398488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5" name="이등변 삼각형 114">
              <a:extLst>
                <a:ext uri="{FF2B5EF4-FFF2-40B4-BE49-F238E27FC236}">
                  <a16:creationId xmlns:a16="http://schemas.microsoft.com/office/drawing/2014/main" id="{A85B4C27-FAEB-47C6-B14F-7771AD40006C}"/>
                </a:ext>
              </a:extLst>
            </p:cNvPr>
            <p:cNvSpPr/>
            <p:nvPr/>
          </p:nvSpPr>
          <p:spPr>
            <a:xfrm rot="10800000" flipV="1">
              <a:off x="6273922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6" name="이등변 삼각형 115">
              <a:extLst>
                <a:ext uri="{FF2B5EF4-FFF2-40B4-BE49-F238E27FC236}">
                  <a16:creationId xmlns:a16="http://schemas.microsoft.com/office/drawing/2014/main" id="{1285C903-B410-400D-AA9D-8192AD0431CB}"/>
                </a:ext>
              </a:extLst>
            </p:cNvPr>
            <p:cNvSpPr/>
            <p:nvPr/>
          </p:nvSpPr>
          <p:spPr>
            <a:xfrm rot="10800000" flipV="1">
              <a:off x="6583821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6FDF9B30-8373-4462-B8C3-91BA270C9497}"/>
                </a:ext>
              </a:extLst>
            </p:cNvPr>
            <p:cNvSpPr/>
            <p:nvPr/>
          </p:nvSpPr>
          <p:spPr>
            <a:xfrm rot="10800000" flipV="1">
              <a:off x="6893720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C253B476-F6D9-49B0-BF89-03B414CD2420}"/>
              </a:ext>
            </a:extLst>
          </p:cNvPr>
          <p:cNvSpPr/>
          <p:nvPr/>
        </p:nvSpPr>
        <p:spPr>
          <a:xfrm>
            <a:off x="4905486" y="3509279"/>
            <a:ext cx="3582297" cy="461410"/>
          </a:xfrm>
          <a:custGeom>
            <a:avLst/>
            <a:gdLst>
              <a:gd name="connsiteX0" fmla="*/ 0 w 3582297"/>
              <a:gd name="connsiteY0" fmla="*/ 570156 h 570156"/>
              <a:gd name="connsiteX1" fmla="*/ 333487 w 3582297"/>
              <a:gd name="connsiteY1" fmla="*/ 0 h 570156"/>
              <a:gd name="connsiteX2" fmla="*/ 3582297 w 3582297"/>
              <a:gd name="connsiteY2" fmla="*/ 0 h 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2297" h="570156">
                <a:moveTo>
                  <a:pt x="0" y="570156"/>
                </a:moveTo>
                <a:lnTo>
                  <a:pt x="333487" y="0"/>
                </a:lnTo>
                <a:lnTo>
                  <a:pt x="3582297" y="0"/>
                </a:lnTo>
              </a:path>
            </a:pathLst>
          </a:cu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8D076A85-44AA-4867-8070-F520D0E24E86}"/>
              </a:ext>
            </a:extLst>
          </p:cNvPr>
          <p:cNvCxnSpPr>
            <a:cxnSpLocks/>
            <a:stCxn id="209" idx="3"/>
            <a:endCxn id="211" idx="3"/>
          </p:cNvCxnSpPr>
          <p:nvPr/>
        </p:nvCxnSpPr>
        <p:spPr>
          <a:xfrm>
            <a:off x="6750693" y="4090648"/>
            <a:ext cx="732172" cy="174836"/>
          </a:xfrm>
          <a:prstGeom prst="bentConnector2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34">
            <a:extLst>
              <a:ext uri="{FF2B5EF4-FFF2-40B4-BE49-F238E27FC236}">
                <a16:creationId xmlns:a16="http://schemas.microsoft.com/office/drawing/2014/main" id="{8CDF01EE-D209-4B4F-8A62-0826986CAEA6}"/>
              </a:ext>
            </a:extLst>
          </p:cNvPr>
          <p:cNvCxnSpPr>
            <a:cxnSpLocks/>
            <a:endCxn id="220" idx="3"/>
          </p:cNvCxnSpPr>
          <p:nvPr/>
        </p:nvCxnSpPr>
        <p:spPr>
          <a:xfrm rot="10800000">
            <a:off x="3443875" y="3750547"/>
            <a:ext cx="1903240" cy="294990"/>
          </a:xfrm>
          <a:prstGeom prst="bentConnector3">
            <a:avLst>
              <a:gd name="adj1" fmla="val 534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꺾임 8">
            <a:extLst>
              <a:ext uri="{FF2B5EF4-FFF2-40B4-BE49-F238E27FC236}">
                <a16:creationId xmlns:a16="http://schemas.microsoft.com/office/drawing/2014/main" id="{F3D0413F-9E1B-44B3-863C-F600A0778497}"/>
              </a:ext>
            </a:extLst>
          </p:cNvPr>
          <p:cNvCxnSpPr>
            <a:cxnSpLocks/>
            <a:stCxn id="167" idx="2"/>
            <a:endCxn id="115" idx="3"/>
          </p:cNvCxnSpPr>
          <p:nvPr/>
        </p:nvCxnSpPr>
        <p:spPr>
          <a:xfrm>
            <a:off x="5567108" y="2230412"/>
            <a:ext cx="418401" cy="150974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연결선: 꺾임 8">
            <a:extLst>
              <a:ext uri="{FF2B5EF4-FFF2-40B4-BE49-F238E27FC236}">
                <a16:creationId xmlns:a16="http://schemas.microsoft.com/office/drawing/2014/main" id="{143137CB-1124-4FF4-8462-11C28CACE4F6}"/>
              </a:ext>
            </a:extLst>
          </p:cNvPr>
          <p:cNvCxnSpPr>
            <a:cxnSpLocks/>
            <a:stCxn id="69" idx="2"/>
            <a:endCxn id="116" idx="3"/>
          </p:cNvCxnSpPr>
          <p:nvPr/>
        </p:nvCxnSpPr>
        <p:spPr>
          <a:xfrm flipH="1">
            <a:off x="6295408" y="2835830"/>
            <a:ext cx="994785" cy="904322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34">
            <a:extLst>
              <a:ext uri="{FF2B5EF4-FFF2-40B4-BE49-F238E27FC236}">
                <a16:creationId xmlns:a16="http://schemas.microsoft.com/office/drawing/2014/main" id="{671957CB-B817-4C32-8BB6-C708F9BDE37D}"/>
              </a:ext>
            </a:extLst>
          </p:cNvPr>
          <p:cNvCxnSpPr>
            <a:cxnSpLocks/>
            <a:stCxn id="118" idx="3"/>
            <a:endCxn id="223" idx="1"/>
          </p:cNvCxnSpPr>
          <p:nvPr/>
        </p:nvCxnSpPr>
        <p:spPr>
          <a:xfrm rot="5400000" flipH="1" flipV="1">
            <a:off x="7472996" y="2734173"/>
            <a:ext cx="138290" cy="187366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5D0DC79-5C71-463C-91ED-EE7E5CB66439}"/>
              </a:ext>
            </a:extLst>
          </p:cNvPr>
          <p:cNvCxnSpPr>
            <a:cxnSpLocks/>
            <a:stCxn id="237" idx="0"/>
          </p:cNvCxnSpPr>
          <p:nvPr/>
        </p:nvCxnSpPr>
        <p:spPr>
          <a:xfrm flipH="1" flipV="1">
            <a:off x="4828413" y="5371161"/>
            <a:ext cx="7450" cy="30920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CF0419-A889-4AD0-8BD9-EDE5DD653CE1}"/>
              </a:ext>
            </a:extLst>
          </p:cNvPr>
          <p:cNvCxnSpPr>
            <a:cxnSpLocks/>
            <a:endCxn id="208" idx="2"/>
          </p:cNvCxnSpPr>
          <p:nvPr/>
        </p:nvCxnSpPr>
        <p:spPr>
          <a:xfrm flipV="1">
            <a:off x="4815028" y="4874256"/>
            <a:ext cx="17260" cy="202596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92C2424-8713-48D5-A546-CBC979E49E11}"/>
              </a:ext>
            </a:extLst>
          </p:cNvPr>
          <p:cNvSpPr/>
          <p:nvPr/>
        </p:nvSpPr>
        <p:spPr>
          <a:xfrm>
            <a:off x="2770811" y="1566015"/>
            <a:ext cx="658140" cy="312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IOrder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5" name="이등변 삼각형 184">
            <a:extLst>
              <a:ext uri="{FF2B5EF4-FFF2-40B4-BE49-F238E27FC236}">
                <a16:creationId xmlns:a16="http://schemas.microsoft.com/office/drawing/2014/main" id="{CD81B3C1-D31A-4669-B9B9-5CEA40576C45}"/>
              </a:ext>
            </a:extLst>
          </p:cNvPr>
          <p:cNvSpPr/>
          <p:nvPr/>
        </p:nvSpPr>
        <p:spPr>
          <a:xfrm rot="5400000">
            <a:off x="2614721" y="1675897"/>
            <a:ext cx="216000" cy="10800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19D4B9CF-5C45-4D24-8771-508E95A9F7DD}"/>
              </a:ext>
            </a:extLst>
          </p:cNvPr>
          <p:cNvSpPr/>
          <p:nvPr/>
        </p:nvSpPr>
        <p:spPr>
          <a:xfrm>
            <a:off x="7236009" y="1947977"/>
            <a:ext cx="780974" cy="312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IPayment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1" name="이등변 삼각형 190">
            <a:extLst>
              <a:ext uri="{FF2B5EF4-FFF2-40B4-BE49-F238E27FC236}">
                <a16:creationId xmlns:a16="http://schemas.microsoft.com/office/drawing/2014/main" id="{72F3A438-0E91-4ED7-88C7-0921B5CEBFF5}"/>
              </a:ext>
            </a:extLst>
          </p:cNvPr>
          <p:cNvSpPr/>
          <p:nvPr/>
        </p:nvSpPr>
        <p:spPr>
          <a:xfrm rot="16200000">
            <a:off x="7988379" y="2018812"/>
            <a:ext cx="216000" cy="10800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6A552E26-E0B4-49C7-946C-22B44B362DE3}"/>
              </a:ext>
            </a:extLst>
          </p:cNvPr>
          <p:cNvSpPr/>
          <p:nvPr/>
        </p:nvSpPr>
        <p:spPr>
          <a:xfrm>
            <a:off x="4414969" y="5082296"/>
            <a:ext cx="780974" cy="312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IEvent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5" name="이등변 삼각형 194">
            <a:extLst>
              <a:ext uri="{FF2B5EF4-FFF2-40B4-BE49-F238E27FC236}">
                <a16:creationId xmlns:a16="http://schemas.microsoft.com/office/drawing/2014/main" id="{91893824-B680-460D-B6E7-732392A4C820}"/>
              </a:ext>
            </a:extLst>
          </p:cNvPr>
          <p:cNvSpPr/>
          <p:nvPr/>
        </p:nvSpPr>
        <p:spPr>
          <a:xfrm>
            <a:off x="4747798" y="5408640"/>
            <a:ext cx="180000" cy="10800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545FBF3-7497-4A9A-8BC5-3C96A0D95697}"/>
              </a:ext>
            </a:extLst>
          </p:cNvPr>
          <p:cNvSpPr/>
          <p:nvPr/>
        </p:nvSpPr>
        <p:spPr>
          <a:xfrm>
            <a:off x="4202630" y="3986021"/>
            <a:ext cx="990308" cy="312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IEventPublisher</a:t>
            </a:r>
            <a:r>
              <a:rPr lang="ko-KR" altLang="en-US" sz="9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endParaRPr kumimoji="0" lang="en-US" altLang="ko-KR" sz="9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C0D535B-50DA-43C5-B637-3089AD999013}"/>
              </a:ext>
            </a:extLst>
          </p:cNvPr>
          <p:cNvGrpSpPr/>
          <p:nvPr/>
        </p:nvGrpSpPr>
        <p:grpSpPr>
          <a:xfrm>
            <a:off x="4698030" y="4275474"/>
            <a:ext cx="180000" cy="309206"/>
            <a:chOff x="4900198" y="5523561"/>
            <a:chExt cx="180000" cy="309206"/>
          </a:xfrm>
        </p:grpSpPr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9485FF6D-A8AC-42F9-9706-80BD7E7F0D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0813" y="5523561"/>
              <a:ext cx="7450" cy="30920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이등변 삼각형 200">
              <a:extLst>
                <a:ext uri="{FF2B5EF4-FFF2-40B4-BE49-F238E27FC236}">
                  <a16:creationId xmlns:a16="http://schemas.microsoft.com/office/drawing/2014/main" id="{44AD8F19-8C4B-4EB3-B897-CF180F12270A}"/>
                </a:ext>
              </a:extLst>
            </p:cNvPr>
            <p:cNvSpPr/>
            <p:nvPr/>
          </p:nvSpPr>
          <p:spPr>
            <a:xfrm>
              <a:off x="4900198" y="5561040"/>
              <a:ext cx="180000" cy="10800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4400628" y="4561544"/>
            <a:ext cx="863319" cy="3127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자유형: 도형 204">
            <a:extLst>
              <a:ext uri="{FF2B5EF4-FFF2-40B4-BE49-F238E27FC236}">
                <a16:creationId xmlns:a16="http://schemas.microsoft.com/office/drawing/2014/main" id="{78A1C030-CBAB-4548-BC77-2A1F90DECFF4}"/>
              </a:ext>
            </a:extLst>
          </p:cNvPr>
          <p:cNvSpPr/>
          <p:nvPr/>
        </p:nvSpPr>
        <p:spPr>
          <a:xfrm flipH="1">
            <a:off x="4250485" y="2418805"/>
            <a:ext cx="476285" cy="1551884"/>
          </a:xfrm>
          <a:custGeom>
            <a:avLst/>
            <a:gdLst>
              <a:gd name="connsiteX0" fmla="*/ 0 w 344245"/>
              <a:gd name="connsiteY0" fmla="*/ 2764715 h 2764715"/>
              <a:gd name="connsiteX1" fmla="*/ 0 w 344245"/>
              <a:gd name="connsiteY1" fmla="*/ 484094 h 2764715"/>
              <a:gd name="connsiteX2" fmla="*/ 344245 w 344245"/>
              <a:gd name="connsiteY2" fmla="*/ 0 h 27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245" h="2764715">
                <a:moveTo>
                  <a:pt x="0" y="2764715"/>
                </a:moveTo>
                <a:lnTo>
                  <a:pt x="0" y="484094"/>
                </a:lnTo>
                <a:lnTo>
                  <a:pt x="344245" y="0"/>
                </a:lnTo>
              </a:path>
            </a:pathLst>
          </a:custGeom>
          <a:ln w="3175">
            <a:solidFill>
              <a:schemeClr val="tx1">
                <a:lumMod val="65000"/>
                <a:lumOff val="35000"/>
              </a:schemeClr>
            </a:solidFill>
            <a:prstDash val="lg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A2BC1D12-E95B-4C05-B2E3-A43EA220DDB8}"/>
              </a:ext>
            </a:extLst>
          </p:cNvPr>
          <p:cNvSpPr/>
          <p:nvPr/>
        </p:nvSpPr>
        <p:spPr>
          <a:xfrm>
            <a:off x="7033532" y="4393406"/>
            <a:ext cx="990308" cy="312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IEventHandler</a:t>
            </a:r>
            <a:endParaRPr kumimoji="0" lang="en-US" altLang="ko-KR" sz="9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1" name="이등변 삼각형 210">
            <a:extLst>
              <a:ext uri="{FF2B5EF4-FFF2-40B4-BE49-F238E27FC236}">
                <a16:creationId xmlns:a16="http://schemas.microsoft.com/office/drawing/2014/main" id="{1CF8DCBE-7E6A-482B-99DE-9558D7E2106A}"/>
              </a:ext>
            </a:extLst>
          </p:cNvPr>
          <p:cNvSpPr/>
          <p:nvPr/>
        </p:nvSpPr>
        <p:spPr>
          <a:xfrm flipV="1">
            <a:off x="7392865" y="4265484"/>
            <a:ext cx="180000" cy="108000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43084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4324979-8151-47D6-AE6B-4725166DFA0A}"/>
              </a:ext>
            </a:extLst>
          </p:cNvPr>
          <p:cNvSpPr/>
          <p:nvPr/>
        </p:nvSpPr>
        <p:spPr>
          <a:xfrm>
            <a:off x="3736286" y="3098401"/>
            <a:ext cx="918474" cy="29078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1FECA12-C8F5-436F-B402-529E953C0535}"/>
              </a:ext>
            </a:extLst>
          </p:cNvPr>
          <p:cNvSpPr/>
          <p:nvPr/>
        </p:nvSpPr>
        <p:spPr>
          <a:xfrm>
            <a:off x="3731904" y="3281818"/>
            <a:ext cx="4451641" cy="2913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5026827" y="849757"/>
            <a:ext cx="640577" cy="2491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5015757" y="952137"/>
            <a:ext cx="1026392" cy="146666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31798" y="3041791"/>
            <a:ext cx="508403" cy="3131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27476" y="3165488"/>
            <a:ext cx="2490881" cy="98445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8366345" y="3155703"/>
            <a:ext cx="1327117" cy="30777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8351701" y="3259484"/>
            <a:ext cx="2556248" cy="214169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5939578" y="5603047"/>
            <a:ext cx="1226384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Event Queue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6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</p:cNvCxnSpPr>
          <p:nvPr/>
        </p:nvCxnSpPr>
        <p:spPr>
          <a:xfrm flipV="1">
            <a:off x="5267522" y="5804766"/>
            <a:ext cx="414285" cy="67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6124020" y="4924431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Observer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2707596" y="3545447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Cooking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8478976" y="3396762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Dilivery Service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3" name="순서도: 판단 232"/>
          <p:cNvSpPr/>
          <p:nvPr/>
        </p:nvSpPr>
        <p:spPr>
          <a:xfrm rot="16200000">
            <a:off x="5718895" y="5690471"/>
            <a:ext cx="161178" cy="235354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4404203" y="5603047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Event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3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217" idx="2"/>
            <a:endCxn id="215" idx="0"/>
          </p:cNvCxnSpPr>
          <p:nvPr/>
        </p:nvCxnSpPr>
        <p:spPr>
          <a:xfrm rot="5400000">
            <a:off x="6420017" y="5467384"/>
            <a:ext cx="268416" cy="291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8551684" y="4298732"/>
            <a:ext cx="736279" cy="49194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Device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8" name="이등변 삼각형 297">
            <a:extLst>
              <a:ext uri="{FF2B5EF4-FFF2-40B4-BE49-F238E27FC236}">
                <a16:creationId xmlns:a16="http://schemas.microsoft.com/office/drawing/2014/main" id="{82FE61C2-5D76-4C36-8DED-CAAF2FBC3A70}"/>
              </a:ext>
            </a:extLst>
          </p:cNvPr>
          <p:cNvSpPr/>
          <p:nvPr/>
        </p:nvSpPr>
        <p:spPr>
          <a:xfrm rot="16200000">
            <a:off x="9263651" y="4305905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9855850" y="3959360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Serving</a:t>
            </a:r>
          </a:p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Robot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9884386" y="4722593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RetrievalRobot</a:t>
            </a:r>
          </a:p>
        </p:txBody>
      </p:sp>
      <p:cxnSp>
        <p:nvCxnSpPr>
          <p:cNvPr id="302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300" idx="1"/>
            <a:endCxn id="298" idx="3"/>
          </p:cNvCxnSpPr>
          <p:nvPr/>
        </p:nvCxnSpPr>
        <p:spPr>
          <a:xfrm flipH="1">
            <a:off x="9495579" y="4164460"/>
            <a:ext cx="360271" cy="2328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301" idx="1"/>
            <a:endCxn id="158" idx="3"/>
          </p:cNvCxnSpPr>
          <p:nvPr/>
        </p:nvCxnSpPr>
        <p:spPr>
          <a:xfrm flipH="1" flipV="1">
            <a:off x="9496714" y="4709282"/>
            <a:ext cx="387672" cy="21841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9157722" y="4863371"/>
            <a:ext cx="4293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Robot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27CDF01C-026E-459E-9B32-8DC95542778A}"/>
              </a:ext>
            </a:extLst>
          </p:cNvPr>
          <p:cNvSpPr/>
          <p:nvPr/>
        </p:nvSpPr>
        <p:spPr>
          <a:xfrm>
            <a:off x="1405114" y="3553263"/>
            <a:ext cx="73627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Chef Terminal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682703" y="2811997"/>
            <a:ext cx="1905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Cooking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667541" y="927559"/>
            <a:ext cx="3933996" cy="2033711"/>
            <a:chOff x="6215137" y="425159"/>
            <a:chExt cx="4614251" cy="238537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F84714C-A6FD-49D5-8CFA-1DF3056DAE01}"/>
                </a:ext>
              </a:extLst>
            </p:cNvPr>
            <p:cNvSpPr/>
            <p:nvPr/>
          </p:nvSpPr>
          <p:spPr>
            <a:xfrm>
              <a:off x="6355313" y="751217"/>
              <a:ext cx="1181717" cy="3077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444C77-5498-4CED-B379-2AA5A570E1F8}"/>
                </a:ext>
              </a:extLst>
            </p:cNvPr>
            <p:cNvSpPr/>
            <p:nvPr/>
          </p:nvSpPr>
          <p:spPr>
            <a:xfrm>
              <a:off x="6333100" y="955463"/>
              <a:ext cx="4496288" cy="1855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74061B-557D-447F-8360-C50D703A1603}"/>
                </a:ext>
              </a:extLst>
            </p:cNvPr>
            <p:cNvSpPr txBox="1"/>
            <p:nvPr/>
          </p:nvSpPr>
          <p:spPr>
            <a:xfrm>
              <a:off x="6215137" y="425159"/>
              <a:ext cx="3823296" cy="306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93763" lvl="3" indent="-893763">
                <a:spcBef>
                  <a:spcPct val="20000"/>
                </a:spcBef>
                <a:spcAft>
                  <a:spcPts val="500"/>
                </a:spcAft>
                <a:buClr>
                  <a:srgbClr val="1F497D"/>
                </a:buClr>
                <a:buSzPct val="110000"/>
                <a:defRPr/>
              </a:pPr>
              <a:r>
                <a:rPr lang="en-US" altLang="ko-KR" sz="1100" dirty="0">
                  <a:ln>
                    <a:solidFill>
                      <a:prstClr val="black">
                        <a:alpha val="1000"/>
                      </a:prst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Payment Modules</a:t>
              </a:r>
              <a:endParaRPr kumimoji="0" lang="en-US" altLang="ko-KR" sz="1100" b="0" i="0" u="none" strike="noStrike" kern="1200" cap="none" spc="0" normalizeH="0" baseline="0" noProof="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C1611E0-4DB9-4DCA-8D66-4A72A67F1E1B}"/>
                </a:ext>
              </a:extLst>
            </p:cNvPr>
            <p:cNvSpPr/>
            <p:nvPr/>
          </p:nvSpPr>
          <p:spPr>
            <a:xfrm>
              <a:off x="8252481" y="1232306"/>
              <a:ext cx="950914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 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9099402-6E8A-4BCE-BEC0-5D1E71737B98}"/>
                </a:ext>
              </a:extLst>
            </p:cNvPr>
            <p:cNvSpPr/>
            <p:nvPr/>
          </p:nvSpPr>
          <p:spPr>
            <a:xfrm>
              <a:off x="7575217" y="2122205"/>
              <a:ext cx="760765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Card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203444D-45AE-4808-9416-69AB81796779}"/>
                </a:ext>
              </a:extLst>
            </p:cNvPr>
            <p:cNvSpPr/>
            <p:nvPr/>
          </p:nvSpPr>
          <p:spPr>
            <a:xfrm>
              <a:off x="8507732" y="2130100"/>
              <a:ext cx="85270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Cache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3F6010-30BF-48C6-AB19-8E0CE0C7B219}"/>
                </a:ext>
              </a:extLst>
            </p:cNvPr>
            <p:cNvSpPr/>
            <p:nvPr/>
          </p:nvSpPr>
          <p:spPr>
            <a:xfrm>
              <a:off x="9532190" y="2122205"/>
              <a:ext cx="85270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Easy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3" name="이등변 삼각형 62">
              <a:extLst>
                <a:ext uri="{FF2B5EF4-FFF2-40B4-BE49-F238E27FC236}">
                  <a16:creationId xmlns:a16="http://schemas.microsoft.com/office/drawing/2014/main" id="{3D562B2F-2FA3-4755-AC87-D17F2E4CE5B3}"/>
                </a:ext>
              </a:extLst>
            </p:cNvPr>
            <p:cNvSpPr/>
            <p:nvPr/>
          </p:nvSpPr>
          <p:spPr>
            <a:xfrm>
              <a:off x="8326945" y="1667548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4" name="이등변 삼각형 63">
              <a:extLst>
                <a:ext uri="{FF2B5EF4-FFF2-40B4-BE49-F238E27FC236}">
                  <a16:creationId xmlns:a16="http://schemas.microsoft.com/office/drawing/2014/main" id="{4C930D64-5C5C-406D-B658-1D1AF2813BE0}"/>
                </a:ext>
              </a:extLst>
            </p:cNvPr>
            <p:cNvSpPr/>
            <p:nvPr/>
          </p:nvSpPr>
          <p:spPr>
            <a:xfrm>
              <a:off x="8892058" y="1669874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C5AFFB83-E1BA-433F-BAA5-D2B354719F33}"/>
                </a:ext>
              </a:extLst>
            </p:cNvPr>
            <p:cNvSpPr/>
            <p:nvPr/>
          </p:nvSpPr>
          <p:spPr>
            <a:xfrm>
              <a:off x="8621381" y="1667548"/>
              <a:ext cx="281015" cy="182840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66" name="연결선: 꺾임 65">
              <a:extLst>
                <a:ext uri="{FF2B5EF4-FFF2-40B4-BE49-F238E27FC236}">
                  <a16:creationId xmlns:a16="http://schemas.microsoft.com/office/drawing/2014/main" id="{4F8531D7-B8C0-410D-8CF8-640CFC313CBF}"/>
                </a:ext>
              </a:extLst>
            </p:cNvPr>
            <p:cNvCxnSpPr>
              <a:cxnSpLocks/>
              <a:stCxn id="63" idx="3"/>
              <a:endCxn id="60" idx="0"/>
            </p:cNvCxnSpPr>
            <p:nvPr/>
          </p:nvCxnSpPr>
          <p:spPr>
            <a:xfrm rot="5400000">
              <a:off x="8075619" y="1730370"/>
              <a:ext cx="271817" cy="51185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BCEDE44C-A118-4E2F-9A99-F04EE24E0F26}"/>
                </a:ext>
              </a:extLst>
            </p:cNvPr>
            <p:cNvCxnSpPr>
              <a:cxnSpLocks/>
              <a:stCxn id="65" idx="3"/>
              <a:endCxn id="61" idx="0"/>
            </p:cNvCxnSpPr>
            <p:nvPr/>
          </p:nvCxnSpPr>
          <p:spPr>
            <a:xfrm rot="16200000" flipH="1">
              <a:off x="8708131" y="1904145"/>
              <a:ext cx="279712" cy="1721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E9DE7228-002C-4DE7-9B47-D2917F674FF4}"/>
                </a:ext>
              </a:extLst>
            </p:cNvPr>
            <p:cNvCxnSpPr>
              <a:cxnSpLocks/>
              <a:stCxn id="64" idx="3"/>
              <a:endCxn id="62" idx="0"/>
            </p:cNvCxnSpPr>
            <p:nvPr/>
          </p:nvCxnSpPr>
          <p:spPr>
            <a:xfrm rot="16200000" flipH="1">
              <a:off x="9360810" y="1524470"/>
              <a:ext cx="269491" cy="92597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1A6F4CF-6385-496D-B2AF-A3A7D86EEB4B}"/>
                </a:ext>
              </a:extLst>
            </p:cNvPr>
            <p:cNvSpPr/>
            <p:nvPr/>
          </p:nvSpPr>
          <p:spPr>
            <a:xfrm>
              <a:off x="6487447" y="2253203"/>
              <a:ext cx="916018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Payment </a:t>
              </a:r>
            </a:p>
            <a:p>
              <a:pPr algn="ctr"/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1" name="그룹 10"/>
            <p:cNvGrpSpPr/>
            <p:nvPr/>
          </p:nvGrpSpPr>
          <p:grpSpPr>
            <a:xfrm rot="10528904">
              <a:off x="7242839" y="1596930"/>
              <a:ext cx="411598" cy="411598"/>
              <a:chOff x="5965637" y="1752970"/>
              <a:chExt cx="411598" cy="411598"/>
            </a:xfrm>
          </p:grpSpPr>
          <p:sp>
            <p:nvSpPr>
              <p:cNvPr id="88" name="타원 87"/>
              <p:cNvSpPr/>
              <p:nvPr/>
            </p:nvSpPr>
            <p:spPr>
              <a:xfrm>
                <a:off x="6082927" y="1866761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89" name="원호 88"/>
              <p:cNvSpPr/>
              <p:nvPr/>
            </p:nvSpPr>
            <p:spPr>
              <a:xfrm>
                <a:off x="5965637" y="1752970"/>
                <a:ext cx="411598" cy="411598"/>
              </a:xfrm>
              <a:prstGeom prst="arc">
                <a:avLst>
                  <a:gd name="adj1" fmla="val 16200000"/>
                  <a:gd name="adj2" fmla="val 5371352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cxnSp>
          <p:nvCxnSpPr>
            <p:cNvPr id="91" name="연결선: 꺾임 8">
              <a:extLst>
                <a:ext uri="{FF2B5EF4-FFF2-40B4-BE49-F238E27FC236}">
                  <a16:creationId xmlns:a16="http://schemas.microsoft.com/office/drawing/2014/main" id="{5C3349E2-2468-4990-A666-E0A15BFD1C0C}"/>
                </a:ext>
              </a:extLst>
            </p:cNvPr>
            <p:cNvCxnSpPr>
              <a:cxnSpLocks/>
              <a:stCxn id="59" idx="1"/>
              <a:endCxn id="88" idx="2"/>
            </p:cNvCxnSpPr>
            <p:nvPr/>
          </p:nvCxnSpPr>
          <p:spPr>
            <a:xfrm flipH="1">
              <a:off x="7537029" y="1437406"/>
              <a:ext cx="715452" cy="360351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연결선: 꺾임 8">
              <a:extLst>
                <a:ext uri="{FF2B5EF4-FFF2-40B4-BE49-F238E27FC236}">
                  <a16:creationId xmlns:a16="http://schemas.microsoft.com/office/drawing/2014/main" id="{5C3349E2-2468-4990-A666-E0A15BFD1C0C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 flipH="1">
              <a:off x="6945456" y="1817596"/>
              <a:ext cx="297740" cy="435607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FB50F9-EEE7-4670-9667-8945C6187D0B}"/>
              </a:ext>
            </a:extLst>
          </p:cNvPr>
          <p:cNvSpPr/>
          <p:nvPr/>
        </p:nvSpPr>
        <p:spPr>
          <a:xfrm>
            <a:off x="1179553" y="1210435"/>
            <a:ext cx="1011711" cy="23463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2311CB-C236-43E3-8ABD-DDAB3064DDE3}"/>
              </a:ext>
            </a:extLst>
          </p:cNvPr>
          <p:cNvSpPr/>
          <p:nvPr/>
        </p:nvSpPr>
        <p:spPr>
          <a:xfrm>
            <a:off x="1162619" y="1366576"/>
            <a:ext cx="3164938" cy="14137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1083097" y="954532"/>
            <a:ext cx="32732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Order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78E1E19-D8A0-4FB3-BCFC-D35FEF77760C}"/>
              </a:ext>
            </a:extLst>
          </p:cNvPr>
          <p:cNvGrpSpPr/>
          <p:nvPr/>
        </p:nvGrpSpPr>
        <p:grpSpPr>
          <a:xfrm>
            <a:off x="1316565" y="1562229"/>
            <a:ext cx="2928662" cy="1032534"/>
            <a:chOff x="7788417" y="3742203"/>
            <a:chExt cx="3841687" cy="135443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A87209-5300-43CE-8AD3-7E808EB14F15}"/>
                </a:ext>
              </a:extLst>
            </p:cNvPr>
            <p:cNvGrpSpPr/>
            <p:nvPr/>
          </p:nvGrpSpPr>
          <p:grpSpPr>
            <a:xfrm>
              <a:off x="7788417" y="3742203"/>
              <a:ext cx="2309796" cy="1346863"/>
              <a:chOff x="3540265" y="3714817"/>
              <a:chExt cx="2309796" cy="134686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07C3F64-BE10-4385-93FC-AE80EFF53F2B}"/>
                  </a:ext>
                </a:extLst>
              </p:cNvPr>
              <p:cNvSpPr/>
              <p:nvPr/>
            </p:nvSpPr>
            <p:spPr>
              <a:xfrm>
                <a:off x="4248150" y="3714817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0665757-A06A-4197-8E48-611534959681}"/>
                  </a:ext>
                </a:extLst>
              </p:cNvPr>
              <p:cNvSpPr/>
              <p:nvPr/>
            </p:nvSpPr>
            <p:spPr>
              <a:xfrm>
                <a:off x="3540265" y="465148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Kiosk</a:t>
                </a:r>
              </a:p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842A20A-00DD-4705-AC16-A82635055D82}"/>
                  </a:ext>
                </a:extLst>
              </p:cNvPr>
              <p:cNvSpPr/>
              <p:nvPr/>
            </p:nvSpPr>
            <p:spPr>
              <a:xfrm>
                <a:off x="4986742" y="4639030"/>
                <a:ext cx="863319" cy="410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Mobile</a:t>
                </a:r>
              </a:p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Order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이등변 삼각형 54">
                <a:extLst>
                  <a:ext uri="{FF2B5EF4-FFF2-40B4-BE49-F238E27FC236}">
                    <a16:creationId xmlns:a16="http://schemas.microsoft.com/office/drawing/2014/main" id="{1E035213-93F7-4622-8F3C-ACF298AA7600}"/>
                  </a:ext>
                </a:extLst>
              </p:cNvPr>
              <p:cNvSpPr/>
              <p:nvPr/>
            </p:nvSpPr>
            <p:spPr>
              <a:xfrm>
                <a:off x="4263076" y="4125017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82FE61C2-5D76-4C36-8DED-CAAF2FBC3A70}"/>
                  </a:ext>
                </a:extLst>
              </p:cNvPr>
              <p:cNvSpPr/>
              <p:nvPr/>
            </p:nvSpPr>
            <p:spPr>
              <a:xfrm>
                <a:off x="4828189" y="4127343"/>
                <a:ext cx="281015" cy="182840"/>
              </a:xfrm>
              <a:prstGeom prst="triangl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1BE66B77-038D-41F7-BF99-305388D7B7BD}"/>
                  </a:ext>
                </a:extLst>
              </p:cNvPr>
              <p:cNvCxnSpPr>
                <a:stCxn id="55" idx="3"/>
                <a:endCxn id="53" idx="0"/>
              </p:cNvCxnSpPr>
              <p:nvPr/>
            </p:nvCxnSpPr>
            <p:spPr>
              <a:xfrm rot="5400000">
                <a:off x="4015944" y="4263839"/>
                <a:ext cx="343623" cy="431659"/>
              </a:xfrm>
              <a:prstGeom prst="bentConnector3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꺾임 57">
                <a:extLst>
                  <a:ext uri="{FF2B5EF4-FFF2-40B4-BE49-F238E27FC236}">
                    <a16:creationId xmlns:a16="http://schemas.microsoft.com/office/drawing/2014/main" id="{50DCBB7A-88E2-481C-959A-BD30335031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47171" y="4262204"/>
                <a:ext cx="328847" cy="44970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7CDF01C-026E-459E-9B32-8DC95542778A}"/>
                </a:ext>
              </a:extLst>
            </p:cNvPr>
            <p:cNvSpPr/>
            <p:nvPr/>
          </p:nvSpPr>
          <p:spPr>
            <a:xfrm>
              <a:off x="10893825" y="4686435"/>
              <a:ext cx="736279" cy="41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Order</a:t>
              </a:r>
            </a:p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Service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79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52" idx="3"/>
            <a:endCxn id="101" idx="2"/>
          </p:cNvCxnSpPr>
          <p:nvPr/>
        </p:nvCxnSpPr>
        <p:spPr>
          <a:xfrm flipV="1">
            <a:off x="2514352" y="1715207"/>
            <a:ext cx="562714" cy="337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그룹 99"/>
          <p:cNvGrpSpPr/>
          <p:nvPr/>
        </p:nvGrpSpPr>
        <p:grpSpPr>
          <a:xfrm>
            <a:off x="2987651" y="1559849"/>
            <a:ext cx="313777" cy="313777"/>
            <a:chOff x="5965637" y="1752970"/>
            <a:chExt cx="411598" cy="411598"/>
          </a:xfrm>
        </p:grpSpPr>
        <p:sp>
          <p:nvSpPr>
            <p:cNvPr id="101" name="타원 100"/>
            <p:cNvSpPr/>
            <p:nvPr/>
          </p:nvSpPr>
          <p:spPr>
            <a:xfrm>
              <a:off x="6082927" y="1866761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02" name="원호 101"/>
            <p:cNvSpPr/>
            <p:nvPr/>
          </p:nvSpPr>
          <p:spPr>
            <a:xfrm>
              <a:off x="5965637" y="1752970"/>
              <a:ext cx="411598" cy="411598"/>
            </a:xfrm>
            <a:prstGeom prst="arc">
              <a:avLst>
                <a:gd name="adj1" fmla="val 16200000"/>
                <a:gd name="adj2" fmla="val 5371352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cxnSp>
        <p:nvCxnSpPr>
          <p:cNvPr id="107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3305693" y="1708773"/>
            <a:ext cx="658888" cy="573279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3301428" y="1720952"/>
            <a:ext cx="1908048" cy="33459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4400628" y="4507904"/>
            <a:ext cx="863319" cy="410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Publisher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1" name="직선 연결선 70"/>
          <p:cNvCxnSpPr>
            <a:cxnSpLocks/>
            <a:stCxn id="127" idx="2"/>
            <a:endCxn id="208" idx="0"/>
          </p:cNvCxnSpPr>
          <p:nvPr/>
        </p:nvCxnSpPr>
        <p:spPr>
          <a:xfrm flipH="1">
            <a:off x="4832288" y="4290249"/>
            <a:ext cx="26263" cy="2176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220" idx="1"/>
            <a:endCxn id="311" idx="3"/>
          </p:cNvCxnSpPr>
          <p:nvPr/>
        </p:nvCxnSpPr>
        <p:spPr>
          <a:xfrm rot="10800000" flipV="1">
            <a:off x="2141394" y="3750547"/>
            <a:ext cx="566203" cy="781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5209476" y="1880686"/>
            <a:ext cx="715264" cy="3497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Manager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8" name="연결선: 꺾임 8">
            <a:extLst>
              <a:ext uri="{FF2B5EF4-FFF2-40B4-BE49-F238E27FC236}">
                <a16:creationId xmlns:a16="http://schemas.microsoft.com/office/drawing/2014/main" id="{5C3349E2-2468-4990-A666-E0A15BFD1C0C}"/>
              </a:ext>
            </a:extLst>
          </p:cNvPr>
          <p:cNvCxnSpPr>
            <a:cxnSpLocks/>
            <a:stCxn id="167" idx="3"/>
          </p:cNvCxnSpPr>
          <p:nvPr/>
        </p:nvCxnSpPr>
        <p:spPr>
          <a:xfrm>
            <a:off x="5924740" y="2055549"/>
            <a:ext cx="1619299" cy="5916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A6F4CF-6385-496D-B2AF-A3A7D86EEB4B}"/>
              </a:ext>
            </a:extLst>
          </p:cNvPr>
          <p:cNvSpPr/>
          <p:nvPr/>
        </p:nvSpPr>
        <p:spPr>
          <a:xfrm>
            <a:off x="5136479" y="1122931"/>
            <a:ext cx="847623" cy="3497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State Bd</a:t>
            </a:r>
          </a:p>
        </p:txBody>
      </p:sp>
      <p:cxnSp>
        <p:nvCxnSpPr>
          <p:cNvPr id="174" name="연결선: 꺾임 8">
            <a:extLst>
              <a:ext uri="{FF2B5EF4-FFF2-40B4-BE49-F238E27FC236}">
                <a16:creationId xmlns:a16="http://schemas.microsoft.com/office/drawing/2014/main" id="{7D52D6B7-02DB-4CE8-8448-B2EC71DB0217}"/>
              </a:ext>
            </a:extLst>
          </p:cNvPr>
          <p:cNvCxnSpPr>
            <a:cxnSpLocks/>
            <a:stCxn id="167" idx="0"/>
            <a:endCxn id="173" idx="2"/>
          </p:cNvCxnSpPr>
          <p:nvPr/>
        </p:nvCxnSpPr>
        <p:spPr>
          <a:xfrm rot="16200000" flipV="1">
            <a:off x="5356278" y="1676671"/>
            <a:ext cx="408029" cy="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1674061B-557D-447F-8360-C50D703A1603}"/>
              </a:ext>
            </a:extLst>
          </p:cNvPr>
          <p:cNvSpPr txBox="1"/>
          <p:nvPr/>
        </p:nvSpPr>
        <p:spPr>
          <a:xfrm>
            <a:off x="4924732" y="579458"/>
            <a:ext cx="14788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05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Manager Modules</a:t>
            </a:r>
            <a:endParaRPr kumimoji="0" lang="en-US" altLang="ko-KR" sz="105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cxnSp>
        <p:nvCxnSpPr>
          <p:cNvPr id="224" name="직선 연결선 223"/>
          <p:cNvCxnSpPr>
            <a:cxnSpLocks/>
            <a:stCxn id="127" idx="7"/>
            <a:endCxn id="220" idx="3"/>
          </p:cNvCxnSpPr>
          <p:nvPr/>
        </p:nvCxnSpPr>
        <p:spPr>
          <a:xfrm flipH="1" flipV="1">
            <a:off x="3443875" y="3750547"/>
            <a:ext cx="1351036" cy="38606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36662AB6-98A5-4D28-9973-EBDC7029F998}"/>
              </a:ext>
            </a:extLst>
          </p:cNvPr>
          <p:cNvSpPr txBox="1"/>
          <p:nvPr/>
        </p:nvSpPr>
        <p:spPr>
          <a:xfrm>
            <a:off x="3572735" y="2856481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Event Modules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AB999870-56D7-4BE8-BEAC-85B3D55297AE}"/>
              </a:ext>
            </a:extLst>
          </p:cNvPr>
          <p:cNvCxnSpPr>
            <a:cxnSpLocks/>
            <a:stCxn id="130" idx="6"/>
            <a:endCxn id="217" idx="0"/>
          </p:cNvCxnSpPr>
          <p:nvPr/>
        </p:nvCxnSpPr>
        <p:spPr>
          <a:xfrm flipH="1">
            <a:off x="6555680" y="4084404"/>
            <a:ext cx="623718" cy="840027"/>
          </a:xfrm>
          <a:prstGeom prst="bentConnector4">
            <a:avLst>
              <a:gd name="adj1" fmla="val -36651"/>
              <a:gd name="adj2" fmla="val 5535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8">
            <a:extLst>
              <a:ext uri="{FF2B5EF4-FFF2-40B4-BE49-F238E27FC236}">
                <a16:creationId xmlns:a16="http://schemas.microsoft.com/office/drawing/2014/main" id="{EF275320-E9DE-4320-A408-97D8EA188B3F}"/>
              </a:ext>
            </a:extLst>
          </p:cNvPr>
          <p:cNvCxnSpPr>
            <a:cxnSpLocks/>
            <a:stCxn id="223" idx="2"/>
            <a:endCxn id="293" idx="0"/>
          </p:cNvCxnSpPr>
          <p:nvPr/>
        </p:nvCxnSpPr>
        <p:spPr>
          <a:xfrm rot="16200000" flipH="1">
            <a:off x="8637585" y="4016493"/>
            <a:ext cx="491770" cy="727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27F9C03A-E08C-4090-9445-4071EB35877B}"/>
              </a:ext>
            </a:extLst>
          </p:cNvPr>
          <p:cNvSpPr/>
          <p:nvPr/>
        </p:nvSpPr>
        <p:spPr>
          <a:xfrm rot="16200000">
            <a:off x="9264786" y="4617862"/>
            <a:ext cx="281015" cy="182840"/>
          </a:xfrm>
          <a:prstGeom prst="triangl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215722-667B-4091-A00D-DCF0259B0000}"/>
              </a:ext>
            </a:extLst>
          </p:cNvPr>
          <p:cNvSpPr txBox="1"/>
          <p:nvPr/>
        </p:nvSpPr>
        <p:spPr>
          <a:xfrm>
            <a:off x="3472500" y="3413783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 algn="ctr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IEventPublisher</a:t>
            </a:r>
            <a:r>
              <a:rPr lang="ko-KR" altLang="en-US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342770-815E-4CD7-8067-EE238FBAD261}"/>
              </a:ext>
            </a:extLst>
          </p:cNvPr>
          <p:cNvSpPr txBox="1"/>
          <p:nvPr/>
        </p:nvSpPr>
        <p:spPr>
          <a:xfrm>
            <a:off x="6907812" y="3774351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 algn="ctr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IEventHandler</a:t>
            </a:r>
            <a:r>
              <a:rPr lang="ko-KR" altLang="en-US" sz="1100" dirty="0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32EB790F-DFE1-4BDD-9AE6-FBAC4D749AC3}"/>
              </a:ext>
            </a:extLst>
          </p:cNvPr>
          <p:cNvSpPr/>
          <p:nvPr/>
        </p:nvSpPr>
        <p:spPr>
          <a:xfrm>
            <a:off x="4851698" y="2104442"/>
            <a:ext cx="344245" cy="1994223"/>
          </a:xfrm>
          <a:custGeom>
            <a:avLst/>
            <a:gdLst>
              <a:gd name="connsiteX0" fmla="*/ 0 w 344245"/>
              <a:gd name="connsiteY0" fmla="*/ 2764715 h 2764715"/>
              <a:gd name="connsiteX1" fmla="*/ 0 w 344245"/>
              <a:gd name="connsiteY1" fmla="*/ 484094 h 2764715"/>
              <a:gd name="connsiteX2" fmla="*/ 344245 w 344245"/>
              <a:gd name="connsiteY2" fmla="*/ 0 h 276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245" h="2764715">
                <a:moveTo>
                  <a:pt x="0" y="2764715"/>
                </a:moveTo>
                <a:lnTo>
                  <a:pt x="0" y="484094"/>
                </a:lnTo>
                <a:lnTo>
                  <a:pt x="344245" y="0"/>
                </a:lnTo>
              </a:path>
            </a:pathLst>
          </a:cu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007C3F64-BE10-4385-93FC-AE80EFF53F2B}"/>
              </a:ext>
            </a:extLst>
          </p:cNvPr>
          <p:cNvSpPr/>
          <p:nvPr/>
        </p:nvSpPr>
        <p:spPr>
          <a:xfrm>
            <a:off x="5524309" y="3910118"/>
            <a:ext cx="1226384" cy="36105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Subscriber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C922EA0-8E6E-43A7-BC3D-E4443EC577B5}"/>
              </a:ext>
            </a:extLst>
          </p:cNvPr>
          <p:cNvGrpSpPr/>
          <p:nvPr/>
        </p:nvGrpSpPr>
        <p:grpSpPr>
          <a:xfrm flipV="1">
            <a:off x="5356152" y="3740152"/>
            <a:ext cx="1368948" cy="415602"/>
            <a:chOff x="5764358" y="3350663"/>
            <a:chExt cx="1368948" cy="415602"/>
          </a:xfrm>
        </p:grpSpPr>
        <p:sp>
          <p:nvSpPr>
            <p:cNvPr id="206" name="이등변 삼각형 205">
              <a:extLst>
                <a:ext uri="{FF2B5EF4-FFF2-40B4-BE49-F238E27FC236}">
                  <a16:creationId xmlns:a16="http://schemas.microsoft.com/office/drawing/2014/main" id="{3D562B2F-2FA3-4755-AC87-D17F2E4CE5B3}"/>
                </a:ext>
              </a:extLst>
            </p:cNvPr>
            <p:cNvSpPr/>
            <p:nvPr/>
          </p:nvSpPr>
          <p:spPr>
            <a:xfrm rot="16200000" flipV="1">
              <a:off x="5716533" y="3398488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5" name="이등변 삼각형 114">
              <a:extLst>
                <a:ext uri="{FF2B5EF4-FFF2-40B4-BE49-F238E27FC236}">
                  <a16:creationId xmlns:a16="http://schemas.microsoft.com/office/drawing/2014/main" id="{A85B4C27-FAEB-47C6-B14F-7771AD40006C}"/>
                </a:ext>
              </a:extLst>
            </p:cNvPr>
            <p:cNvSpPr/>
            <p:nvPr/>
          </p:nvSpPr>
          <p:spPr>
            <a:xfrm rot="10800000" flipV="1">
              <a:off x="6273922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6" name="이등변 삼각형 115">
              <a:extLst>
                <a:ext uri="{FF2B5EF4-FFF2-40B4-BE49-F238E27FC236}">
                  <a16:creationId xmlns:a16="http://schemas.microsoft.com/office/drawing/2014/main" id="{1285C903-B410-400D-AA9D-8192AD0431CB}"/>
                </a:ext>
              </a:extLst>
            </p:cNvPr>
            <p:cNvSpPr/>
            <p:nvPr/>
          </p:nvSpPr>
          <p:spPr>
            <a:xfrm rot="10800000" flipV="1">
              <a:off x="6583821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6FDF9B30-8373-4462-B8C3-91BA270C9497}"/>
                </a:ext>
              </a:extLst>
            </p:cNvPr>
            <p:cNvSpPr/>
            <p:nvPr/>
          </p:nvSpPr>
          <p:spPr>
            <a:xfrm rot="10800000" flipV="1">
              <a:off x="6893720" y="3622330"/>
              <a:ext cx="239586" cy="143935"/>
            </a:xfrm>
            <a:prstGeom prst="triangl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C253B476-F6D9-49B0-BF89-03B414CD2420}"/>
              </a:ext>
            </a:extLst>
          </p:cNvPr>
          <p:cNvSpPr/>
          <p:nvPr/>
        </p:nvSpPr>
        <p:spPr>
          <a:xfrm>
            <a:off x="4905486" y="3509279"/>
            <a:ext cx="3582297" cy="653932"/>
          </a:xfrm>
          <a:custGeom>
            <a:avLst/>
            <a:gdLst>
              <a:gd name="connsiteX0" fmla="*/ 0 w 3582297"/>
              <a:gd name="connsiteY0" fmla="*/ 570156 h 570156"/>
              <a:gd name="connsiteX1" fmla="*/ 333487 w 3582297"/>
              <a:gd name="connsiteY1" fmla="*/ 0 h 570156"/>
              <a:gd name="connsiteX2" fmla="*/ 3582297 w 3582297"/>
              <a:gd name="connsiteY2" fmla="*/ 0 h 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2297" h="570156">
                <a:moveTo>
                  <a:pt x="0" y="570156"/>
                </a:moveTo>
                <a:lnTo>
                  <a:pt x="333487" y="0"/>
                </a:lnTo>
                <a:lnTo>
                  <a:pt x="3582297" y="0"/>
                </a:lnTo>
              </a:path>
            </a:pathLst>
          </a:cu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8D076A85-44AA-4867-8070-F520D0E24E86}"/>
              </a:ext>
            </a:extLst>
          </p:cNvPr>
          <p:cNvCxnSpPr>
            <a:cxnSpLocks/>
            <a:stCxn id="209" idx="3"/>
            <a:endCxn id="130" idx="2"/>
          </p:cNvCxnSpPr>
          <p:nvPr/>
        </p:nvCxnSpPr>
        <p:spPr>
          <a:xfrm flipV="1">
            <a:off x="6750693" y="4084404"/>
            <a:ext cx="248705" cy="624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그룹 128"/>
          <p:cNvGrpSpPr/>
          <p:nvPr/>
        </p:nvGrpSpPr>
        <p:grpSpPr>
          <a:xfrm>
            <a:off x="6882108" y="3880613"/>
            <a:ext cx="411598" cy="411598"/>
            <a:chOff x="5965637" y="1752970"/>
            <a:chExt cx="411598" cy="411598"/>
          </a:xfrm>
        </p:grpSpPr>
        <p:sp>
          <p:nvSpPr>
            <p:cNvPr id="131" name="원호 130"/>
            <p:cNvSpPr/>
            <p:nvPr/>
          </p:nvSpPr>
          <p:spPr>
            <a:xfrm>
              <a:off x="5965637" y="1752970"/>
              <a:ext cx="411598" cy="411598"/>
            </a:xfrm>
            <a:prstGeom prst="arc">
              <a:avLst>
                <a:gd name="adj1" fmla="val 16200000"/>
                <a:gd name="adj2" fmla="val 5371352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6082927" y="1866761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3EE01E1-7C37-421A-BBCD-1E8CEFDAA229}"/>
              </a:ext>
            </a:extLst>
          </p:cNvPr>
          <p:cNvCxnSpPr/>
          <p:nvPr/>
        </p:nvCxnSpPr>
        <p:spPr>
          <a:xfrm>
            <a:off x="4534401" y="3648063"/>
            <a:ext cx="234150" cy="41638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그룹 125"/>
          <p:cNvGrpSpPr/>
          <p:nvPr/>
        </p:nvGrpSpPr>
        <p:grpSpPr>
          <a:xfrm rot="16200000">
            <a:off x="4654760" y="3995941"/>
            <a:ext cx="411598" cy="411598"/>
            <a:chOff x="5965637" y="1752970"/>
            <a:chExt cx="411598" cy="411598"/>
          </a:xfrm>
        </p:grpSpPr>
        <p:sp>
          <p:nvSpPr>
            <p:cNvPr id="128" name="원호 127"/>
            <p:cNvSpPr/>
            <p:nvPr/>
          </p:nvSpPr>
          <p:spPr>
            <a:xfrm>
              <a:off x="5965637" y="1752970"/>
              <a:ext cx="411598" cy="411598"/>
            </a:xfrm>
            <a:prstGeom prst="arc">
              <a:avLst>
                <a:gd name="adj1" fmla="val 16200000"/>
                <a:gd name="adj2" fmla="val 5371352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82927" y="1866761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3" name="직선 연결선 134">
            <a:extLst>
              <a:ext uri="{FF2B5EF4-FFF2-40B4-BE49-F238E27FC236}">
                <a16:creationId xmlns:a16="http://schemas.microsoft.com/office/drawing/2014/main" id="{8CDF01EE-D209-4B4F-8A62-0826986CAEA6}"/>
              </a:ext>
            </a:extLst>
          </p:cNvPr>
          <p:cNvCxnSpPr>
            <a:cxnSpLocks/>
            <a:endCxn id="220" idx="3"/>
          </p:cNvCxnSpPr>
          <p:nvPr/>
        </p:nvCxnSpPr>
        <p:spPr>
          <a:xfrm rot="10800000">
            <a:off x="3443875" y="3750547"/>
            <a:ext cx="1903240" cy="294990"/>
          </a:xfrm>
          <a:prstGeom prst="bentConnector3">
            <a:avLst>
              <a:gd name="adj1" fmla="val 534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꺾임 8">
            <a:extLst>
              <a:ext uri="{FF2B5EF4-FFF2-40B4-BE49-F238E27FC236}">
                <a16:creationId xmlns:a16="http://schemas.microsoft.com/office/drawing/2014/main" id="{F3D0413F-9E1B-44B3-863C-F600A0778497}"/>
              </a:ext>
            </a:extLst>
          </p:cNvPr>
          <p:cNvCxnSpPr>
            <a:cxnSpLocks/>
            <a:stCxn id="167" idx="2"/>
            <a:endCxn id="115" idx="3"/>
          </p:cNvCxnSpPr>
          <p:nvPr/>
        </p:nvCxnSpPr>
        <p:spPr>
          <a:xfrm>
            <a:off x="5567108" y="2230412"/>
            <a:ext cx="418401" cy="150974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연결선: 꺾임 8">
            <a:extLst>
              <a:ext uri="{FF2B5EF4-FFF2-40B4-BE49-F238E27FC236}">
                <a16:creationId xmlns:a16="http://schemas.microsoft.com/office/drawing/2014/main" id="{143137CB-1124-4FF4-8462-11C28CACE4F6}"/>
              </a:ext>
            </a:extLst>
          </p:cNvPr>
          <p:cNvCxnSpPr>
            <a:cxnSpLocks/>
            <a:stCxn id="69" idx="2"/>
            <a:endCxn id="116" idx="3"/>
          </p:cNvCxnSpPr>
          <p:nvPr/>
        </p:nvCxnSpPr>
        <p:spPr>
          <a:xfrm flipH="1">
            <a:off x="6295408" y="2835830"/>
            <a:ext cx="994785" cy="904322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34">
            <a:extLst>
              <a:ext uri="{FF2B5EF4-FFF2-40B4-BE49-F238E27FC236}">
                <a16:creationId xmlns:a16="http://schemas.microsoft.com/office/drawing/2014/main" id="{671957CB-B817-4C32-8BB6-C708F9BDE37D}"/>
              </a:ext>
            </a:extLst>
          </p:cNvPr>
          <p:cNvCxnSpPr>
            <a:cxnSpLocks/>
            <a:stCxn id="118" idx="3"/>
            <a:endCxn id="223" idx="1"/>
          </p:cNvCxnSpPr>
          <p:nvPr/>
        </p:nvCxnSpPr>
        <p:spPr>
          <a:xfrm rot="5400000" flipH="1" flipV="1">
            <a:off x="7472996" y="2734173"/>
            <a:ext cx="138290" cy="187366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E49F0333-B496-4608-B191-2C16180030AF}"/>
              </a:ext>
            </a:extLst>
          </p:cNvPr>
          <p:cNvSpPr txBox="1"/>
          <p:nvPr/>
        </p:nvSpPr>
        <p:spPr>
          <a:xfrm>
            <a:off x="6824753" y="1611747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 algn="ctr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IPayment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A1A951C-77DA-4609-A984-E6FEE9C3E588}"/>
              </a:ext>
            </a:extLst>
          </p:cNvPr>
          <p:cNvSpPr txBox="1"/>
          <p:nvPr/>
        </p:nvSpPr>
        <p:spPr>
          <a:xfrm>
            <a:off x="2650622" y="1343506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 algn="ctr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IOrder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D68EA58-6635-4AC6-9F82-B40CFB03C21B}"/>
              </a:ext>
            </a:extLst>
          </p:cNvPr>
          <p:cNvGrpSpPr/>
          <p:nvPr/>
        </p:nvGrpSpPr>
        <p:grpSpPr>
          <a:xfrm rot="16200000">
            <a:off x="4624623" y="5076852"/>
            <a:ext cx="411598" cy="411598"/>
            <a:chOff x="5965637" y="1752970"/>
            <a:chExt cx="411598" cy="411598"/>
          </a:xfrm>
        </p:grpSpPr>
        <p:sp>
          <p:nvSpPr>
            <p:cNvPr id="172" name="원호 171">
              <a:extLst>
                <a:ext uri="{FF2B5EF4-FFF2-40B4-BE49-F238E27FC236}">
                  <a16:creationId xmlns:a16="http://schemas.microsoft.com/office/drawing/2014/main" id="{143E51C9-83AB-443F-A1B2-2B985D021D83}"/>
                </a:ext>
              </a:extLst>
            </p:cNvPr>
            <p:cNvSpPr/>
            <p:nvPr/>
          </p:nvSpPr>
          <p:spPr>
            <a:xfrm>
              <a:off x="5965637" y="1752970"/>
              <a:ext cx="411598" cy="411598"/>
            </a:xfrm>
            <a:prstGeom prst="arc">
              <a:avLst>
                <a:gd name="adj1" fmla="val 16200000"/>
                <a:gd name="adj2" fmla="val 5371352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9E98D511-FCBF-429C-90BD-3392DDC10932}"/>
                </a:ext>
              </a:extLst>
            </p:cNvPr>
            <p:cNvSpPr/>
            <p:nvPr/>
          </p:nvSpPr>
          <p:spPr>
            <a:xfrm>
              <a:off x="6082927" y="1866761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5D0DC79-5C71-463C-91ED-EE7E5CB66439}"/>
              </a:ext>
            </a:extLst>
          </p:cNvPr>
          <p:cNvCxnSpPr>
            <a:cxnSpLocks/>
            <a:stCxn id="237" idx="0"/>
            <a:endCxn id="175" idx="2"/>
          </p:cNvCxnSpPr>
          <p:nvPr/>
        </p:nvCxnSpPr>
        <p:spPr>
          <a:xfrm flipH="1" flipV="1">
            <a:off x="4828413" y="5371160"/>
            <a:ext cx="0" cy="23188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CF0419-A889-4AD0-8BD9-EDE5DD653CE1}"/>
              </a:ext>
            </a:extLst>
          </p:cNvPr>
          <p:cNvCxnSpPr>
            <a:cxnSpLocks/>
            <a:endCxn id="208" idx="2"/>
          </p:cNvCxnSpPr>
          <p:nvPr/>
        </p:nvCxnSpPr>
        <p:spPr>
          <a:xfrm flipV="1">
            <a:off x="4815028" y="4918104"/>
            <a:ext cx="0" cy="15874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724738E-E4CC-4F18-9E7F-2C90EF52EDB7}"/>
              </a:ext>
            </a:extLst>
          </p:cNvPr>
          <p:cNvSpPr txBox="1"/>
          <p:nvPr/>
        </p:nvSpPr>
        <p:spPr>
          <a:xfrm>
            <a:off x="4474417" y="5046906"/>
            <a:ext cx="1596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lvl="3" indent="-893763" algn="ctr">
              <a:spcBef>
                <a:spcPct val="20000"/>
              </a:spcBef>
              <a:spcAft>
                <a:spcPts val="500"/>
              </a:spcAft>
              <a:buClr>
                <a:srgbClr val="1F497D"/>
              </a:buClr>
              <a:buSzPct val="110000"/>
              <a:defRPr/>
            </a:pPr>
            <a:r>
              <a:rPr lang="en-US" altLang="ko-KR" sz="1100" dirty="0" err="1">
                <a:ln>
                  <a:solidFill>
                    <a:prstClr val="black">
                      <a:alpha val="1000"/>
                    </a:prst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IEvent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prstClr val="black">
                    <a:alpha val="1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25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1226</Words>
  <Application>Microsoft Office PowerPoint</Application>
  <PresentationFormat>와이드스크린</PresentationFormat>
  <Paragraphs>758</Paragraphs>
  <Slides>22</Slides>
  <Notes>1</Notes>
  <HiddenSlides>2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샘물체</vt:lpstr>
      <vt:lpstr>Arial</vt:lpstr>
      <vt:lpstr>Wingdings</vt:lpstr>
      <vt:lpstr>Office 테마</vt:lpstr>
      <vt:lpstr>시연) 문제 기술서 – 식당 주문 시스템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김덕겸/KIMM DUKE</dc:creator>
  <cp:lastModifiedBy>User</cp:lastModifiedBy>
  <cp:revision>48</cp:revision>
  <dcterms:created xsi:type="dcterms:W3CDTF">2025-11-05T04:28:50Z</dcterms:created>
  <dcterms:modified xsi:type="dcterms:W3CDTF">2026-09-08T07:02:55Z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
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9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972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1D8D1A-A814-AA12-3416-95FEB28EE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AB3884-E8C2-9BC9-D4A8-4D2A7F0C8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0D5D56-047B-DDBE-CDC6-91F025B2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6D54-675B-5B42-8573-5DA8EF2270F2}" type="datetimeFigureOut">
              <a:rPr kumimoji="1" lang="ko-KR" altLang="en-US" smtClean="0"/>
              <a:t>2026-09-10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96B8DB-A37A-0F2E-D37D-DF1803E43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61BC21-92A7-D73C-1C1F-53F8368FF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475F1-0EFE-D74B-B1FB-2660963D72A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9260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984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00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3F638F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Ex 8 · Architecture Design 실습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Architecture Design 실습 절차</a:t>
            </a:r>
            <a:endParaRPr kumimoji="0" lang="ko-KR" alt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Associate Architect 양성과정 · Architecture 설계 실습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23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6000000" cy="4874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4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 dirty="0">
                <a:ln>
                  <a:noFill/>
                </a:ln>
                <a:solidFill>
                  <a:srgbClr val="3F638F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■ </a:t>
            </a: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Ex8. Architecture Design 실습</a:t>
            </a:r>
            <a:endParaRPr kumimoji="0" lang="ko-KR" alt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1) Architectural Driver (AD) </a:t>
            </a:r>
            <a:r>
              <a:rPr kumimoji="0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도출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: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설계에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영향을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주는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주요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요구사항</a:t>
            </a: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450000" marR="0" lvl="0" indent="-1778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sz="1250" b="0" i="0" u="none" strike="sng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Functionality (2개 </a:t>
            </a:r>
            <a:r>
              <a:rPr kumimoji="0" sz="1250" b="0" i="0" u="none" strike="sng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이상</a:t>
            </a:r>
            <a:r>
              <a:rPr kumimoji="0" sz="1250" b="0" i="0" u="none" strike="sng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)</a:t>
            </a:r>
            <a:endParaRPr kumimoji="0" lang="ko-KR" altLang="en-US" sz="1250" b="0" i="0" u="none" strike="sng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450000" marR="0" lvl="0" indent="-1778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Quality (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10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개)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–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실습 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6,7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에서 선정한 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QA</a:t>
            </a:r>
            <a:b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</a:b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: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추가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필수 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QA :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관리자가 결제 성공 이력 조회를 시도하면 시스템은 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1</a:t>
            </a:r>
            <a:r>
              <a:rPr kumimoji="0" lang="ko-KR" alt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초이내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결과를 반환 하여야 한다</a:t>
            </a:r>
            <a:endParaRPr kumimoji="0" lang="ko-KR" alt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450000" marR="0" lvl="0" indent="-1778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Constraint</a:t>
            </a:r>
            <a:b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</a:b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：모든 이력은 로그로 남기고 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1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년간 보관 필요</a:t>
            </a:r>
            <a:b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</a:b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: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시스템의 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Storage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는 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SSD 1TB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와 테이프백업 장치로 구성된다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(1TB=1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개월 보관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)</a:t>
            </a:r>
            <a:endParaRPr kumimoji="0" lang="ko-KR" alt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altLang="ko-KR" sz="1350" b="1" i="0" u="none" strike="noStrike" kern="1200" cap="none" spc="0" normalizeH="0" baseline="0" noProof="0" dirty="0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2) Quality </a:t>
            </a:r>
            <a:r>
              <a:rPr kumimoji="0" lang="ko-KR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우선순위 평가에 따른 주요 </a:t>
            </a:r>
            <a:r>
              <a:rPr kumimoji="0" lang="en-US" altLang="ko-KR" sz="1350" b="1" i="0" u="none" strike="noStrike" kern="1200" cap="none" spc="0" normalizeH="0" baseline="0" noProof="0" dirty="0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AD </a:t>
            </a:r>
            <a:r>
              <a:rPr kumimoji="0" lang="ko-KR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선정 </a:t>
            </a:r>
            <a:r>
              <a:rPr kumimoji="0" lang="en-US" altLang="ko-KR" sz="1350" b="1" i="0" u="none" strike="noStrike" kern="1200" cap="none" spc="0" normalizeH="0" baseline="0" noProof="0" dirty="0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(4</a:t>
            </a:r>
            <a:r>
              <a:rPr kumimoji="0" lang="ko-KR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개</a:t>
            </a:r>
            <a:r>
              <a:rPr kumimoji="0" lang="en-US" altLang="ko-KR" sz="1350" b="1" i="0" u="none" strike="noStrike" kern="1200" cap="none" spc="0" normalizeH="0" baseline="0" noProof="0" dirty="0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)</a:t>
            </a: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450000" marR="0" lvl="0" indent="-1778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Importance &gt; Difficulty  (예: H/H &gt; H/L &gt; L/H &gt; L/L)</a:t>
            </a:r>
            <a:endParaRPr kumimoji="0" lang="ko-KR" alt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3) </a:t>
            </a:r>
            <a:r>
              <a:rPr kumimoji="0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주요</a:t>
            </a: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AD 별 </a:t>
            </a:r>
            <a:r>
              <a:rPr kumimoji="0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최적의</a:t>
            </a: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Design Concern </a:t>
            </a:r>
            <a:r>
              <a:rPr kumimoji="0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선정</a:t>
            </a: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: Design Option 2개 </a:t>
            </a:r>
            <a:r>
              <a:rPr kumimoji="0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이상</a:t>
            </a: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450000" marR="0" lvl="0" indent="-1778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주요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AD 를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만족시킬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수 있는 Design Concern/Option 을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도출하고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분석을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통해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최적의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Design 을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선정</a:t>
            </a:r>
            <a:endParaRPr kumimoji="0" lang="ko-KR" alt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450000" marR="0" lvl="0" indent="-1778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연관된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Functionality/Constraint 가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있을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경우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모두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만족해야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한다</a:t>
            </a:r>
            <a:endParaRPr kumimoji="0" lang="ko-KR" alt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4) </a:t>
            </a:r>
            <a:r>
              <a:rPr kumimoji="0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기존</a:t>
            </a: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</a:t>
            </a:r>
            <a:r>
              <a:rPr kumimoji="0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설계에</a:t>
            </a: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</a:t>
            </a:r>
            <a:r>
              <a:rPr kumimoji="0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반영</a:t>
            </a: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1F2A44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(C&amp;C or Module View)</a:t>
            </a: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450000" marR="0" lvl="0" indent="-1778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sz="1250" b="0" i="0" u="none" strike="sng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관련된</a:t>
            </a:r>
            <a:r>
              <a:rPr kumimoji="0" sz="1250" b="0" i="0" u="none" strike="sng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</a:t>
            </a:r>
            <a:r>
              <a:rPr kumimoji="0" sz="1250" b="0" i="0" u="none" strike="sng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부분만</a:t>
            </a:r>
            <a:r>
              <a:rPr kumimoji="0" sz="1250" b="0" i="0" u="none" strike="sng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Excel 에 </a:t>
            </a:r>
            <a:r>
              <a:rPr kumimoji="0" sz="1250" b="0" i="0" u="none" strike="sng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그림으로</a:t>
            </a:r>
            <a:r>
              <a:rPr kumimoji="0" sz="1250" b="0" i="0" u="none" strike="sng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 </a:t>
            </a:r>
            <a:r>
              <a:rPr kumimoji="0" sz="1250" b="0" i="0" u="none" strike="sng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붙여넣기</a:t>
            </a:r>
            <a:br>
              <a:rPr kumimoji="0" lang="en-US" altLang="ko-KR" sz="1250" b="0" i="0" u="none" strike="sng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</a:b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실습 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4,5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에서 작성된 설계 내용에 선정된 최적 디자인을 반영하여 업데이트 </a:t>
            </a:r>
            <a:endParaRPr kumimoji="0" lang="ko-KR" alt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6" descr="d4_23_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106" y="1234440"/>
            <a:ext cx="2459482" cy="18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48640" y="3054440"/>
            <a:ext cx="4794415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1)·2) Architectural Driver 도출 및 우선순위 (Excel 템플릿)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" name="Picture 8" descr="d4_23_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384" y="3334440"/>
            <a:ext cx="2932926" cy="13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48640" y="4654440"/>
            <a:ext cx="4794415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3) Design Concern / Option 선정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Picture 10" descr="d4_23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041" y="4934440"/>
            <a:ext cx="1215612" cy="125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8640" y="6204440"/>
            <a:ext cx="4794415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</a:rPr>
              <a:t>4) View 에 반영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Office PowerPoint</Application>
  <PresentationFormat>와이드스크린</PresentationFormat>
  <Paragraphs>19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Malgun Gothic</vt:lpstr>
      <vt:lpstr>Malgun Gothic</vt:lpstr>
      <vt:lpstr>Arial</vt:lpstr>
      <vt:lpstr>Calibri</vt:lpstr>
      <vt:lpstr>Calibri Light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</cp:revision>
  <dcterms:created xsi:type="dcterms:W3CDTF">2026-09-10T05:32:03Z</dcterms:created>
  <dcterms:modified xsi:type="dcterms:W3CDTF">2026-09-10T05:32:17Z</dcterms:modified>
</cp:coreProperties>
</file>
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Ge/sGDa6Cu4vPJ8KIc1WOX/h2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4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 txBox="1"/>
          <p:nvPr/>
        </p:nvSpPr>
        <p:spPr>
          <a:xfrm>
            <a:off x="548640" y="292608"/>
            <a:ext cx="9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F638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F638F"/>
                </a:solidFill>
                <a:latin typeface="Malgun Gothic"/>
                <a:ea typeface="Malgun Gothic"/>
                <a:cs typeface="Malgun Gothic"/>
                <a:sym typeface="Malgun Gothic"/>
              </a:rPr>
              <a:t>Ex 8 · Architecture Design 실습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 Design 실습 절차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Malgun Gothic"/>
                <a:ea typeface="Malgun Gothic"/>
                <a:cs typeface="Malgun Gothic"/>
                <a:sym typeface="Malgun Gothic"/>
              </a:rPr>
              <a:t>Associate Architect 양성과정 · Architecture 설계 실습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1234440"/>
            <a:ext cx="6000000" cy="4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F638F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3F638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1" i="0" lang="en-US" sz="165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Ex8. Architecture Design 실습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Malgun Gothic"/>
              <a:buChar char="▪"/>
            </a:pPr>
            <a:r>
              <a:rPr b="1" i="0" lang="en-US" sz="135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Architectural Driver (AD) 도출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설계에 영향을 주는 주요 요구사항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sng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Functionality (2개 이상)</a:t>
            </a:r>
            <a:endParaRPr b="0" i="0" sz="1250" u="none" cap="none" strike="sng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Quality (10개) – 실습 6,7에서 선정한 QA</a:t>
            </a:r>
            <a:b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추가 필수 QA : 관리자가 결제 성공 이력 조회를 시도하면 시스템은 1초이내 결과를 반환 하여야 한다</a:t>
            </a:r>
            <a:endParaRPr b="1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Constraint</a:t>
            </a:r>
            <a:b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：모든 이력은 로그로 남기고 1년간 보관 필요</a:t>
            </a:r>
            <a:b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시스템의 Storage는 SSD 1TB와 테이프백업 장치로 구성된다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(1TB=1개월 보관)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Malgun Gothic"/>
              <a:buChar char="▪"/>
            </a:pPr>
            <a:r>
              <a:rPr b="1" i="0" lang="en-US" sz="135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Quality 우선순위 평가에 따른 주요 AD 선정 (4개)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Importance &gt; Difficulty  (예: H/H &gt; H/L &gt; L/H &gt; L/L)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Malgun Gothic"/>
              <a:buChar char="▪"/>
            </a:pPr>
            <a:r>
              <a:rPr b="1" i="0" lang="en-US" sz="135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주요 AD 별 최적의 Design Concern 선정 : Design Option 2개 이상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AD 를 만족시킬 수 있는 Design Concern/Option 을 도출하고 분석을 통해 최적의 Design 을 선정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연관된 Functionality/Constraint 가 있을 경우 모두 만족해야 한다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Malgun Gothic"/>
              <a:buChar char="▪"/>
            </a:pPr>
            <a:r>
              <a:rPr b="1" i="0" lang="en-US" sz="1350" u="none" cap="none" strike="noStrik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기존 설계에 반영 (C&amp;C or Module View)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450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Malgun Gothic"/>
              <a:buChar char="–"/>
            </a:pPr>
            <a:r>
              <a:rPr b="0" i="0" lang="en-US" sz="1250" u="none" cap="none" strike="sng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관련된 부분만 Excel 에 그림으로 붙여넣기</a:t>
            </a:r>
            <a:br>
              <a:rPr b="0" i="0" lang="en-US" sz="1250" u="none" cap="none" strike="sng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50" u="none" cap="none" strike="noStrike">
                <a:solidFill>
                  <a:srgbClr val="3341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4,5에서 작성된 설계 내용에 선정된 최적 디자인을 반영하여 업데이트 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4_23_ad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6106" y="1234440"/>
            <a:ext cx="2459482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6848640" y="3054440"/>
            <a:ext cx="4794415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Malgun Gothic"/>
                <a:ea typeface="Malgun Gothic"/>
                <a:cs typeface="Malgun Gothic"/>
                <a:sym typeface="Malgun Gothic"/>
              </a:rPr>
              <a:t>1)·2) Architectural Driver 도출 및 우선순위 (Excel 템플릿)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4_23_dc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2929" y="2722221"/>
            <a:ext cx="9214900" cy="40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/>
        </p:nvSpPr>
        <p:spPr>
          <a:xfrm>
            <a:off x="6848640" y="4654440"/>
            <a:ext cx="4794415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Design Concern / Option 선정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4_23_3.png"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8041" y="4934440"/>
            <a:ext cx="1215612" cy="1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 txBox="1"/>
          <p:nvPr/>
        </p:nvSpPr>
        <p:spPr>
          <a:xfrm>
            <a:off x="6848640" y="6204440"/>
            <a:ext cx="4794415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View 에 반영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2026-09-10T05:32:03Z</dcterms:created>
  <dc:creator>User</dc:creator>
</cp:coreProperties>
</file>